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2" r:id="rId6"/>
    <p:sldId id="2583" r:id="rId7"/>
    <p:sldId id="2587" r:id="rId8"/>
    <p:sldId id="2599" r:id="rId9"/>
    <p:sldId id="2586" r:id="rId10"/>
    <p:sldId id="2601" r:id="rId11"/>
    <p:sldId id="2602" r:id="rId12"/>
    <p:sldId id="2590" r:id="rId13"/>
    <p:sldId id="2603" r:id="rId14"/>
    <p:sldId id="2600" r:id="rId15"/>
    <p:sldId id="2584" r:id="rId16"/>
    <p:sldId id="2595" r:id="rId17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00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4938D-CFFD-504E-8E74-74686416991A}" v="344" dt="2026-02-25T14:31:09.721"/>
    <p1510:client id="{5E6F0253-1AA5-3A4D-8184-80E981510AD2}" v="926" dt="2026-02-25T13:31:11.972"/>
    <p1510:client id="{EE0BFA70-742D-471D-95D8-7DEE0DBAC606}" v="180" dt="2026-02-24T16:45:17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nsler Michael" userId="dda9f915-4129-4dad-90ba-a37fb0d85cd3" providerId="ADAL" clId="{42C45B63-9AB7-5E40-88D3-6D977AD6031F}"/>
    <pc:docChg chg="undo custSel addSld delSld modSld sldOrd">
      <pc:chgData name="Haensler Michael" userId="dda9f915-4129-4dad-90ba-a37fb0d85cd3" providerId="ADAL" clId="{42C45B63-9AB7-5E40-88D3-6D977AD6031F}" dt="2026-02-25T13:31:11.972" v="1666" actId="20577"/>
      <pc:docMkLst>
        <pc:docMk/>
      </pc:docMkLst>
      <pc:sldChg chg="modSp mod">
        <pc:chgData name="Haensler Michael" userId="dda9f915-4129-4dad-90ba-a37fb0d85cd3" providerId="ADAL" clId="{42C45B63-9AB7-5E40-88D3-6D977AD6031F}" dt="2026-02-25T08:45:16.552" v="1460" actId="20577"/>
        <pc:sldMkLst>
          <pc:docMk/>
          <pc:sldMk cId="3194803600" sldId="256"/>
        </pc:sldMkLst>
        <pc:spChg chg="mod">
          <ac:chgData name="Haensler Michael" userId="dda9f915-4129-4dad-90ba-a37fb0d85cd3" providerId="ADAL" clId="{42C45B63-9AB7-5E40-88D3-6D977AD6031F}" dt="2026-02-25T08:45:16.552" v="1460" actId="20577"/>
          <ac:spMkLst>
            <pc:docMk/>
            <pc:sldMk cId="3194803600" sldId="256"/>
            <ac:spMk id="8" creationId="{7CF2A42E-995E-450D-9017-7EE5A0A26CFD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12:47:56.447" v="1560" actId="20577"/>
        <pc:sldMkLst>
          <pc:docMk/>
          <pc:sldMk cId="1710119030" sldId="2582"/>
        </pc:sldMkLst>
        <pc:spChg chg="del mod">
          <ac:chgData name="Haensler Michael" userId="dda9f915-4129-4dad-90ba-a37fb0d85cd3" providerId="ADAL" clId="{42C45B63-9AB7-5E40-88D3-6D977AD6031F}" dt="2026-02-25T08:14:19.337" v="965" actId="478"/>
          <ac:spMkLst>
            <pc:docMk/>
            <pc:sldMk cId="1710119030" sldId="2582"/>
            <ac:spMk id="3" creationId="{00000000-0000-0000-0000-000000000000}"/>
          </ac:spMkLst>
        </pc:spChg>
        <pc:spChg chg="mod">
          <ac:chgData name="Haensler Michael" userId="dda9f915-4129-4dad-90ba-a37fb0d85cd3" providerId="ADAL" clId="{42C45B63-9AB7-5E40-88D3-6D977AD6031F}" dt="2026-02-25T08:44:39.419" v="1445"/>
          <ac:spMkLst>
            <pc:docMk/>
            <pc:sldMk cId="1710119030" sldId="2582"/>
            <ac:spMk id="4" creationId="{00000000-0000-0000-0000-000000000000}"/>
          </ac:spMkLst>
        </pc:spChg>
        <pc:spChg chg="add del mod">
          <ac:chgData name="Haensler Michael" userId="dda9f915-4129-4dad-90ba-a37fb0d85cd3" providerId="ADAL" clId="{42C45B63-9AB7-5E40-88D3-6D977AD6031F}" dt="2026-02-25T08:14:25.830" v="966" actId="478"/>
          <ac:spMkLst>
            <pc:docMk/>
            <pc:sldMk cId="1710119030" sldId="2582"/>
            <ac:spMk id="7" creationId="{8B70224C-2D70-71A2-9F88-B29386B5996A}"/>
          </ac:spMkLst>
        </pc:spChg>
        <pc:spChg chg="add del">
          <ac:chgData name="Haensler Michael" userId="dda9f915-4129-4dad-90ba-a37fb0d85cd3" providerId="ADAL" clId="{42C45B63-9AB7-5E40-88D3-6D977AD6031F}" dt="2026-02-25T08:14:40.802" v="968" actId="478"/>
          <ac:spMkLst>
            <pc:docMk/>
            <pc:sldMk cId="1710119030" sldId="2582"/>
            <ac:spMk id="9" creationId="{6B695D88-E812-E427-BD6D-8963B3BE4C54}"/>
          </ac:spMkLst>
        </pc:spChg>
        <pc:spChg chg="add mod">
          <ac:chgData name="Haensler Michael" userId="dda9f915-4129-4dad-90ba-a37fb0d85cd3" providerId="ADAL" clId="{42C45B63-9AB7-5E40-88D3-6D977AD6031F}" dt="2026-02-25T12:47:56.447" v="1560" actId="20577"/>
          <ac:spMkLst>
            <pc:docMk/>
            <pc:sldMk cId="1710119030" sldId="2582"/>
            <ac:spMk id="10" creationId="{F4E02AB5-4580-3757-FE4D-917714C38FF5}"/>
          </ac:spMkLst>
        </pc:spChg>
        <pc:spChg chg="add mod">
          <ac:chgData name="Haensler Michael" userId="dda9f915-4129-4dad-90ba-a37fb0d85cd3" providerId="ADAL" clId="{42C45B63-9AB7-5E40-88D3-6D977AD6031F}" dt="2026-02-25T08:24:21.619" v="1091" actId="767"/>
          <ac:spMkLst>
            <pc:docMk/>
            <pc:sldMk cId="1710119030" sldId="2582"/>
            <ac:spMk id="11" creationId="{8BF9535B-C72F-F27C-706A-A4E54D1F84EC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08:44:42.325" v="1446"/>
        <pc:sldMkLst>
          <pc:docMk/>
          <pc:sldMk cId="3925678693" sldId="2583"/>
        </pc:sldMkLst>
        <pc:spChg chg="del mod">
          <ac:chgData name="Haensler Michael" userId="dda9f915-4129-4dad-90ba-a37fb0d85cd3" providerId="ADAL" clId="{42C45B63-9AB7-5E40-88D3-6D977AD6031F}" dt="2026-02-25T08:18:51.343" v="978"/>
          <ac:spMkLst>
            <pc:docMk/>
            <pc:sldMk cId="3925678693" sldId="2583"/>
            <ac:spMk id="3" creationId="{00000000-0000-0000-0000-000000000000}"/>
          </ac:spMkLst>
        </pc:spChg>
        <pc:spChg chg="mod">
          <ac:chgData name="Haensler Michael" userId="dda9f915-4129-4dad-90ba-a37fb0d85cd3" providerId="ADAL" clId="{42C45B63-9AB7-5E40-88D3-6D977AD6031F}" dt="2026-02-25T08:44:42.325" v="1446"/>
          <ac:spMkLst>
            <pc:docMk/>
            <pc:sldMk cId="3925678693" sldId="2583"/>
            <ac:spMk id="4" creationId="{00000000-0000-0000-0000-000000000000}"/>
          </ac:spMkLst>
        </pc:spChg>
        <pc:spChg chg="add">
          <ac:chgData name="Haensler Michael" userId="dda9f915-4129-4dad-90ba-a37fb0d85cd3" providerId="ADAL" clId="{42C45B63-9AB7-5E40-88D3-6D977AD6031F}" dt="2026-02-25T08:18:33.567" v="970"/>
          <ac:spMkLst>
            <pc:docMk/>
            <pc:sldMk cId="3925678693" sldId="2583"/>
            <ac:spMk id="6" creationId="{935955F1-4231-0916-D876-0B0F8BB20E39}"/>
          </ac:spMkLst>
        </pc:spChg>
        <pc:spChg chg="add del mod">
          <ac:chgData name="Haensler Michael" userId="dda9f915-4129-4dad-90ba-a37fb0d85cd3" providerId="ADAL" clId="{42C45B63-9AB7-5E40-88D3-6D977AD6031F}" dt="2026-02-25T08:21:54.596" v="1059" actId="478"/>
          <ac:spMkLst>
            <pc:docMk/>
            <pc:sldMk cId="3925678693" sldId="2583"/>
            <ac:spMk id="7" creationId="{3155DCA9-78E4-6CD1-B9B4-8AF93CD45AA0}"/>
          </ac:spMkLst>
        </pc:spChg>
        <pc:spChg chg="add mod">
          <ac:chgData name="Haensler Michael" userId="dda9f915-4129-4dad-90ba-a37fb0d85cd3" providerId="ADAL" clId="{42C45B63-9AB7-5E40-88D3-6D977AD6031F}" dt="2026-02-25T08:32:07.076" v="1165" actId="20577"/>
          <ac:spMkLst>
            <pc:docMk/>
            <pc:sldMk cId="3925678693" sldId="2583"/>
            <ac:spMk id="8" creationId="{A3093F88-C931-5C63-31C3-B60A98D0CC7F}"/>
          </ac:spMkLst>
        </pc:spChg>
      </pc:sldChg>
      <pc:sldChg chg="modSp mod">
        <pc:chgData name="Haensler Michael" userId="dda9f915-4129-4dad-90ba-a37fb0d85cd3" providerId="ADAL" clId="{42C45B63-9AB7-5E40-88D3-6D977AD6031F}" dt="2026-02-25T08:54:57.391" v="1513" actId="2"/>
        <pc:sldMkLst>
          <pc:docMk/>
          <pc:sldMk cId="2929837528" sldId="2584"/>
        </pc:sldMkLst>
        <pc:spChg chg="mod">
          <ac:chgData name="Haensler Michael" userId="dda9f915-4129-4dad-90ba-a37fb0d85cd3" providerId="ADAL" clId="{42C45B63-9AB7-5E40-88D3-6D977AD6031F}" dt="2026-02-25T08:54:57.391" v="1513" actId="2"/>
          <ac:spMkLst>
            <pc:docMk/>
            <pc:sldMk cId="2929837528" sldId="2584"/>
            <ac:spMk id="3" creationId="{A228378C-21E0-453B-B255-71BAC911E6C0}"/>
          </ac:spMkLst>
        </pc:spChg>
      </pc:sldChg>
      <pc:sldChg chg="modSp del mod">
        <pc:chgData name="Haensler Michael" userId="dda9f915-4129-4dad-90ba-a37fb0d85cd3" providerId="ADAL" clId="{42C45B63-9AB7-5E40-88D3-6D977AD6031F}" dt="2026-02-24T20:06:55.649" v="867" actId="2696"/>
        <pc:sldMkLst>
          <pc:docMk/>
          <pc:sldMk cId="2525704466" sldId="2585"/>
        </pc:sldMkLst>
        <pc:spChg chg="mod">
          <ac:chgData name="Haensler Michael" userId="dda9f915-4129-4dad-90ba-a37fb0d85cd3" providerId="ADAL" clId="{42C45B63-9AB7-5E40-88D3-6D977AD6031F}" dt="2026-02-24T19:07:06.451" v="834" actId="21"/>
          <ac:spMkLst>
            <pc:docMk/>
            <pc:sldMk cId="2525704466" sldId="2585"/>
            <ac:spMk id="3" creationId="{A228378C-21E0-453B-B255-71BAC911E6C0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08:44:55.932" v="1448"/>
        <pc:sldMkLst>
          <pc:docMk/>
          <pc:sldMk cId="1312833812" sldId="2586"/>
        </pc:sldMkLst>
        <pc:spChg chg="del mod">
          <ac:chgData name="Haensler Michael" userId="dda9f915-4129-4dad-90ba-a37fb0d85cd3" providerId="ADAL" clId="{42C45B63-9AB7-5E40-88D3-6D977AD6031F}" dt="2026-02-25T08:37:50.178" v="1186" actId="3680"/>
          <ac:spMkLst>
            <pc:docMk/>
            <pc:sldMk cId="1312833812" sldId="2586"/>
            <ac:spMk id="3" creationId="{3695F4D9-E163-BDA0-6767-04AD4A9F4E04}"/>
          </ac:spMkLst>
        </pc:spChg>
        <pc:spChg chg="mod">
          <ac:chgData name="Haensler Michael" userId="dda9f915-4129-4dad-90ba-a37fb0d85cd3" providerId="ADAL" clId="{42C45B63-9AB7-5E40-88D3-6D977AD6031F}" dt="2026-02-25T08:44:55.932" v="1448"/>
          <ac:spMkLst>
            <pc:docMk/>
            <pc:sldMk cId="1312833812" sldId="2586"/>
            <ac:spMk id="4" creationId="{86183016-5846-0638-C0BC-095B1FCD49DA}"/>
          </ac:spMkLst>
        </pc:spChg>
        <pc:graphicFrameChg chg="add mod ord modGraphic">
          <ac:chgData name="Haensler Michael" userId="dda9f915-4129-4dad-90ba-a37fb0d85cd3" providerId="ADAL" clId="{42C45B63-9AB7-5E40-88D3-6D977AD6031F}" dt="2026-02-25T08:44:18.132" v="1444" actId="207"/>
          <ac:graphicFrameMkLst>
            <pc:docMk/>
            <pc:sldMk cId="1312833812" sldId="2586"/>
            <ac:graphicFrameMk id="6" creationId="{ABCC64A7-8897-463F-0725-626F0F9852D2}"/>
          </ac:graphicFrameMkLst>
        </pc:graphicFrameChg>
      </pc:sldChg>
      <pc:sldChg chg="modSp add mod ord">
        <pc:chgData name="Haensler Michael" userId="dda9f915-4129-4dad-90ba-a37fb0d85cd3" providerId="ADAL" clId="{42C45B63-9AB7-5E40-88D3-6D977AD6031F}" dt="2026-02-25T08:54:56.316" v="1512" actId="2"/>
        <pc:sldMkLst>
          <pc:docMk/>
          <pc:sldMk cId="162207937" sldId="2587"/>
        </pc:sldMkLst>
        <pc:spChg chg="mod">
          <ac:chgData name="Haensler Michael" userId="dda9f915-4129-4dad-90ba-a37fb0d85cd3" providerId="ADAL" clId="{42C45B63-9AB7-5E40-88D3-6D977AD6031F}" dt="2026-02-25T08:54:56.316" v="1512" actId="2"/>
          <ac:spMkLst>
            <pc:docMk/>
            <pc:sldMk cId="162207937" sldId="2587"/>
            <ac:spMk id="2" creationId="{CDC42C60-5415-4363-C8FB-72EFDDF3DEF3}"/>
          </ac:spMkLst>
        </pc:spChg>
        <pc:spChg chg="mod">
          <ac:chgData name="Haensler Michael" userId="dda9f915-4129-4dad-90ba-a37fb0d85cd3" providerId="ADAL" clId="{42C45B63-9AB7-5E40-88D3-6D977AD6031F}" dt="2026-02-25T08:44:50.464" v="1447"/>
          <ac:spMkLst>
            <pc:docMk/>
            <pc:sldMk cId="162207937" sldId="2587"/>
            <ac:spMk id="4" creationId="{13170DDC-BE67-C0FC-35E2-F62C6CF06245}"/>
          </ac:spMkLst>
        </pc:spChg>
      </pc:sldChg>
      <pc:sldChg chg="modSp del mod">
        <pc:chgData name="Haensler Michael" userId="dda9f915-4129-4dad-90ba-a37fb0d85cd3" providerId="ADAL" clId="{42C45B63-9AB7-5E40-88D3-6D977AD6031F}" dt="2026-02-25T07:41:56.815" v="950" actId="2696"/>
        <pc:sldMkLst>
          <pc:docMk/>
          <pc:sldMk cId="2341195267" sldId="2588"/>
        </pc:sldMkLst>
        <pc:spChg chg="mod">
          <ac:chgData name="Haensler Michael" userId="dda9f915-4129-4dad-90ba-a37fb0d85cd3" providerId="ADAL" clId="{42C45B63-9AB7-5E40-88D3-6D977AD6031F}" dt="2026-02-24T15:18:53.376" v="367" actId="20577"/>
          <ac:spMkLst>
            <pc:docMk/>
            <pc:sldMk cId="2341195267" sldId="2588"/>
            <ac:spMk id="2" creationId="{E9DF7EB5-8560-25D2-0313-D313B85A4FB6}"/>
          </ac:spMkLst>
        </pc:spChg>
        <pc:spChg chg="mod">
          <ac:chgData name="Haensler Michael" userId="dda9f915-4129-4dad-90ba-a37fb0d85cd3" providerId="ADAL" clId="{42C45B63-9AB7-5E40-88D3-6D977AD6031F}" dt="2026-02-24T15:28:30.249" v="606" actId="20577"/>
          <ac:spMkLst>
            <pc:docMk/>
            <pc:sldMk cId="2341195267" sldId="2588"/>
            <ac:spMk id="3" creationId="{46A0A87A-9D2A-F1F2-1EFB-1CBBB72762DA}"/>
          </ac:spMkLst>
        </pc:spChg>
      </pc:sldChg>
      <pc:sldChg chg="addSp delSp modSp del mod">
        <pc:chgData name="Haensler Michael" userId="dda9f915-4129-4dad-90ba-a37fb0d85cd3" providerId="ADAL" clId="{42C45B63-9AB7-5E40-88D3-6D977AD6031F}" dt="2026-02-24T20:15:10.828" v="941" actId="2696"/>
        <pc:sldMkLst>
          <pc:docMk/>
          <pc:sldMk cId="3551106651" sldId="2589"/>
        </pc:sldMkLst>
        <pc:spChg chg="mod">
          <ac:chgData name="Haensler Michael" userId="dda9f915-4129-4dad-90ba-a37fb0d85cd3" providerId="ADAL" clId="{42C45B63-9AB7-5E40-88D3-6D977AD6031F}" dt="2026-02-24T15:28:44.824" v="618" actId="20577"/>
          <ac:spMkLst>
            <pc:docMk/>
            <pc:sldMk cId="3551106651" sldId="2589"/>
            <ac:spMk id="2" creationId="{5CA489DB-0113-6888-377A-908CB2524263}"/>
          </ac:spMkLst>
        </pc:spChg>
        <pc:spChg chg="add del mod">
          <ac:chgData name="Haensler Michael" userId="dda9f915-4129-4dad-90ba-a37fb0d85cd3" providerId="ADAL" clId="{42C45B63-9AB7-5E40-88D3-6D977AD6031F}" dt="2026-02-24T15:27:20.859" v="468"/>
          <ac:spMkLst>
            <pc:docMk/>
            <pc:sldMk cId="3551106651" sldId="2589"/>
            <ac:spMk id="3" creationId="{2495B852-4BA3-4EDB-6193-F3D7FC9C7431}"/>
          </ac:spMkLst>
        </pc:spChg>
      </pc:sldChg>
      <pc:sldChg chg="modSp add del mod">
        <pc:chgData name="Haensler Michael" userId="dda9f915-4129-4dad-90ba-a37fb0d85cd3" providerId="ADAL" clId="{42C45B63-9AB7-5E40-88D3-6D977AD6031F}" dt="2026-02-25T13:27:59.429" v="1592" actId="20577"/>
        <pc:sldMkLst>
          <pc:docMk/>
          <pc:sldMk cId="2991575151" sldId="2590"/>
        </pc:sldMkLst>
        <pc:spChg chg="mod">
          <ac:chgData name="Haensler Michael" userId="dda9f915-4129-4dad-90ba-a37fb0d85cd3" providerId="ADAL" clId="{42C45B63-9AB7-5E40-88D3-6D977AD6031F}" dt="2026-02-25T13:27:59.429" v="1592" actId="20577"/>
          <ac:spMkLst>
            <pc:docMk/>
            <pc:sldMk cId="2991575151" sldId="2590"/>
            <ac:spMk id="2" creationId="{BB3372C5-1394-0BD3-811C-922AD511BFCB}"/>
          </ac:spMkLst>
        </pc:spChg>
      </pc:sldChg>
      <pc:sldChg chg="del">
        <pc:chgData name="Haensler Michael" userId="dda9f915-4129-4dad-90ba-a37fb0d85cd3" providerId="ADAL" clId="{42C45B63-9AB7-5E40-88D3-6D977AD6031F}" dt="2026-02-25T08:23:27.790" v="1066" actId="2696"/>
        <pc:sldMkLst>
          <pc:docMk/>
          <pc:sldMk cId="3745491769" sldId="2591"/>
        </pc:sldMkLst>
      </pc:sldChg>
      <pc:sldChg chg="del">
        <pc:chgData name="Haensler Michael" userId="dda9f915-4129-4dad-90ba-a37fb0d85cd3" providerId="ADAL" clId="{42C45B63-9AB7-5E40-88D3-6D977AD6031F}" dt="2026-02-25T08:23:25.460" v="1064" actId="2696"/>
        <pc:sldMkLst>
          <pc:docMk/>
          <pc:sldMk cId="4174139207" sldId="2592"/>
        </pc:sldMkLst>
      </pc:sldChg>
      <pc:sldChg chg="modSp del mod">
        <pc:chgData name="Haensler Michael" userId="dda9f915-4129-4dad-90ba-a37fb0d85cd3" providerId="ADAL" clId="{42C45B63-9AB7-5E40-88D3-6D977AD6031F}" dt="2026-02-25T08:23:26.419" v="1065" actId="2696"/>
        <pc:sldMkLst>
          <pc:docMk/>
          <pc:sldMk cId="1107459028" sldId="2593"/>
        </pc:sldMkLst>
        <pc:picChg chg="mod">
          <ac:chgData name="Haensler Michael" userId="dda9f915-4129-4dad-90ba-a37fb0d85cd3" providerId="ADAL" clId="{42C45B63-9AB7-5E40-88D3-6D977AD6031F}" dt="2026-02-24T18:17:22.856" v="644" actId="1076"/>
          <ac:picMkLst>
            <pc:docMk/>
            <pc:sldMk cId="1107459028" sldId="2593"/>
            <ac:picMk id="10" creationId="{216EC163-8DB8-5E8B-F19B-A9CFC693636B}"/>
          </ac:picMkLst>
        </pc:picChg>
      </pc:sldChg>
      <pc:sldChg chg="modSp del mod">
        <pc:chgData name="Haensler Michael" userId="dda9f915-4129-4dad-90ba-a37fb0d85cd3" providerId="ADAL" clId="{42C45B63-9AB7-5E40-88D3-6D977AD6031F}" dt="2026-02-25T08:23:28.465" v="1067" actId="2696"/>
        <pc:sldMkLst>
          <pc:docMk/>
          <pc:sldMk cId="680233469" sldId="2594"/>
        </pc:sldMkLst>
        <pc:spChg chg="mod">
          <ac:chgData name="Haensler Michael" userId="dda9f915-4129-4dad-90ba-a37fb0d85cd3" providerId="ADAL" clId="{42C45B63-9AB7-5E40-88D3-6D977AD6031F}" dt="2026-02-24T15:30:08.358" v="629" actId="20577"/>
          <ac:spMkLst>
            <pc:docMk/>
            <pc:sldMk cId="680233469" sldId="2594"/>
            <ac:spMk id="2" creationId="{34627DA1-D532-15BE-E469-21C75953EB27}"/>
          </ac:spMkLst>
        </pc:spChg>
      </pc:sldChg>
      <pc:sldChg chg="modSp mod">
        <pc:chgData name="Haensler Michael" userId="dda9f915-4129-4dad-90ba-a37fb0d85cd3" providerId="ADAL" clId="{42C45B63-9AB7-5E40-88D3-6D977AD6031F}" dt="2026-02-25T08:45:09.734" v="1458" actId="20577"/>
        <pc:sldMkLst>
          <pc:docMk/>
          <pc:sldMk cId="1719908370" sldId="2595"/>
        </pc:sldMkLst>
        <pc:spChg chg="mod">
          <ac:chgData name="Haensler Michael" userId="dda9f915-4129-4dad-90ba-a37fb0d85cd3" providerId="ADAL" clId="{42C45B63-9AB7-5E40-88D3-6D977AD6031F}" dt="2026-02-25T08:45:09.734" v="1458" actId="20577"/>
          <ac:spMkLst>
            <pc:docMk/>
            <pc:sldMk cId="1719908370" sldId="2595"/>
            <ac:spMk id="8" creationId="{7B5E66C1-AEAA-FEA7-395D-66285D579F8F}"/>
          </ac:spMkLst>
        </pc:spChg>
      </pc:sldChg>
      <pc:sldChg chg="addSp delSp modSp new del mod">
        <pc:chgData name="Haensler Michael" userId="dda9f915-4129-4dad-90ba-a37fb0d85cd3" providerId="ADAL" clId="{42C45B63-9AB7-5E40-88D3-6D977AD6031F}" dt="2026-02-25T08:23:28.954" v="1068" actId="2696"/>
        <pc:sldMkLst>
          <pc:docMk/>
          <pc:sldMk cId="3746670574" sldId="2596"/>
        </pc:sldMkLst>
        <pc:spChg chg="mod">
          <ac:chgData name="Haensler Michael" userId="dda9f915-4129-4dad-90ba-a37fb0d85cd3" providerId="ADAL" clId="{42C45B63-9AB7-5E40-88D3-6D977AD6031F}" dt="2026-02-24T15:30:18.667" v="640" actId="20577"/>
          <ac:spMkLst>
            <pc:docMk/>
            <pc:sldMk cId="3746670574" sldId="2596"/>
            <ac:spMk id="2" creationId="{6D294550-FB61-31F8-DE52-62EC500F3C56}"/>
          </ac:spMkLst>
        </pc:spChg>
        <pc:spChg chg="del">
          <ac:chgData name="Haensler Michael" userId="dda9f915-4129-4dad-90ba-a37fb0d85cd3" providerId="ADAL" clId="{42C45B63-9AB7-5E40-88D3-6D977AD6031F}" dt="2026-02-24T18:20:10.524" v="646"/>
          <ac:spMkLst>
            <pc:docMk/>
            <pc:sldMk cId="3746670574" sldId="2596"/>
            <ac:spMk id="3" creationId="{0E650883-E738-26F3-FD77-01B140240374}"/>
          </ac:spMkLst>
        </pc:spChg>
        <pc:spChg chg="mod">
          <ac:chgData name="Haensler Michael" userId="dda9f915-4129-4dad-90ba-a37fb0d85cd3" providerId="ADAL" clId="{42C45B63-9AB7-5E40-88D3-6D977AD6031F}" dt="2026-02-24T20:14:47.569" v="940"/>
          <ac:spMkLst>
            <pc:docMk/>
            <pc:sldMk cId="3746670574" sldId="2596"/>
            <ac:spMk id="4" creationId="{3657F173-C22C-9278-92DE-282B89F8EBFE}"/>
          </ac:spMkLst>
        </pc:spChg>
        <pc:picChg chg="add mod ord">
          <ac:chgData name="Haensler Michael" userId="dda9f915-4129-4dad-90ba-a37fb0d85cd3" providerId="ADAL" clId="{42C45B63-9AB7-5E40-88D3-6D977AD6031F}" dt="2026-02-24T18:23:18.749" v="671" actId="1076"/>
          <ac:picMkLst>
            <pc:docMk/>
            <pc:sldMk cId="3746670574" sldId="2596"/>
            <ac:picMk id="7" creationId="{B6E4D42B-88DB-092F-D257-7B35C89B21DD}"/>
          </ac:picMkLst>
        </pc:picChg>
        <pc:picChg chg="add mod">
          <ac:chgData name="Haensler Michael" userId="dda9f915-4129-4dad-90ba-a37fb0d85cd3" providerId="ADAL" clId="{42C45B63-9AB7-5E40-88D3-6D977AD6031F}" dt="2026-02-24T18:23:22.854" v="673" actId="14100"/>
          <ac:picMkLst>
            <pc:docMk/>
            <pc:sldMk cId="3746670574" sldId="2596"/>
            <ac:picMk id="9" creationId="{6FB72532-690B-F222-9973-2E317B01A8C3}"/>
          </ac:picMkLst>
        </pc:picChg>
      </pc:sldChg>
      <pc:sldChg chg="add del">
        <pc:chgData name="Haensler Michael" userId="dda9f915-4129-4dad-90ba-a37fb0d85cd3" providerId="ADAL" clId="{42C45B63-9AB7-5E40-88D3-6D977AD6031F}" dt="2026-02-24T18:40:57.049" v="675" actId="2696"/>
        <pc:sldMkLst>
          <pc:docMk/>
          <pc:sldMk cId="1021774513" sldId="2597"/>
        </pc:sldMkLst>
      </pc:sldChg>
      <pc:sldChg chg="modSp add del mod">
        <pc:chgData name="Haensler Michael" userId="dda9f915-4129-4dad-90ba-a37fb0d85cd3" providerId="ADAL" clId="{42C45B63-9AB7-5E40-88D3-6D977AD6031F}" dt="2026-02-25T08:37:07.328" v="1169" actId="2696"/>
        <pc:sldMkLst>
          <pc:docMk/>
          <pc:sldMk cId="3075643259" sldId="2598"/>
        </pc:sldMkLst>
        <pc:spChg chg="mod">
          <ac:chgData name="Haensler Michael" userId="dda9f915-4129-4dad-90ba-a37fb0d85cd3" providerId="ADAL" clId="{42C45B63-9AB7-5E40-88D3-6D977AD6031F}" dt="2026-02-25T07:39:03.810" v="948" actId="27636"/>
          <ac:spMkLst>
            <pc:docMk/>
            <pc:sldMk cId="3075643259" sldId="2598"/>
            <ac:spMk id="2" creationId="{E496C6BA-99A1-43F4-92B8-B6D762EF0987}"/>
          </ac:spMkLst>
        </pc:spChg>
        <pc:spChg chg="mod">
          <ac:chgData name="Haensler Michael" userId="dda9f915-4129-4dad-90ba-a37fb0d85cd3" providerId="ADAL" clId="{42C45B63-9AB7-5E40-88D3-6D977AD6031F}" dt="2026-02-25T07:39:11.225" v="949" actId="20577"/>
          <ac:spMkLst>
            <pc:docMk/>
            <pc:sldMk cId="3075643259" sldId="2598"/>
            <ac:spMk id="3" creationId="{A228378C-21E0-453B-B255-71BAC911E6C0}"/>
          </ac:spMkLst>
        </pc:spChg>
      </pc:sldChg>
      <pc:sldChg chg="addSp delSp modSp new mod ord">
        <pc:chgData name="Haensler Michael" userId="dda9f915-4129-4dad-90ba-a37fb0d85cd3" providerId="ADAL" clId="{42C45B63-9AB7-5E40-88D3-6D977AD6031F}" dt="2026-02-25T08:11:10.186" v="962" actId="207"/>
        <pc:sldMkLst>
          <pc:docMk/>
          <pc:sldMk cId="637336987" sldId="2599"/>
        </pc:sldMkLst>
        <pc:spChg chg="mod">
          <ac:chgData name="Haensler Michael" userId="dda9f915-4129-4dad-90ba-a37fb0d85cd3" providerId="ADAL" clId="{42C45B63-9AB7-5E40-88D3-6D977AD6031F}" dt="2026-02-24T18:41:42.894" v="679"/>
          <ac:spMkLst>
            <pc:docMk/>
            <pc:sldMk cId="637336987" sldId="2599"/>
            <ac:spMk id="2" creationId="{401FDB6C-1987-1F2A-1ED2-32F95D3BE10D}"/>
          </ac:spMkLst>
        </pc:spChg>
        <pc:spChg chg="del">
          <ac:chgData name="Haensler Michael" userId="dda9f915-4129-4dad-90ba-a37fb0d85cd3" providerId="ADAL" clId="{42C45B63-9AB7-5E40-88D3-6D977AD6031F}" dt="2026-02-24T18:41:27.387" v="677" actId="3680"/>
          <ac:spMkLst>
            <pc:docMk/>
            <pc:sldMk cId="637336987" sldId="2599"/>
            <ac:spMk id="3" creationId="{83F63803-3AD5-0FE6-CB6C-CB1E3D005E77}"/>
          </ac:spMkLst>
        </pc:spChg>
        <pc:spChg chg="mod">
          <ac:chgData name="Haensler Michael" userId="dda9f915-4129-4dad-90ba-a37fb0d85cd3" providerId="ADAL" clId="{42C45B63-9AB7-5E40-88D3-6D977AD6031F}" dt="2026-02-24T20:14:29.454" v="937"/>
          <ac:spMkLst>
            <pc:docMk/>
            <pc:sldMk cId="637336987" sldId="2599"/>
            <ac:spMk id="4" creationId="{00CCF45D-F051-D5A6-8A08-ED683B97B1ED}"/>
          </ac:spMkLst>
        </pc:spChg>
        <pc:graphicFrameChg chg="add mod ord modGraphic">
          <ac:chgData name="Haensler Michael" userId="dda9f915-4129-4dad-90ba-a37fb0d85cd3" providerId="ADAL" clId="{42C45B63-9AB7-5E40-88D3-6D977AD6031F}" dt="2026-02-25T08:11:10.186" v="962" actId="207"/>
          <ac:graphicFrameMkLst>
            <pc:docMk/>
            <pc:sldMk cId="637336987" sldId="2599"/>
            <ac:graphicFrameMk id="6" creationId="{A44239D7-DF14-FB15-16D4-DF4AC616F1FC}"/>
          </ac:graphicFrameMkLst>
        </pc:graphicFrameChg>
      </pc:sldChg>
      <pc:sldChg chg="addSp delSp modSp add mod">
        <pc:chgData name="Haensler Michael" userId="dda9f915-4129-4dad-90ba-a37fb0d85cd3" providerId="ADAL" clId="{42C45B63-9AB7-5E40-88D3-6D977AD6031F}" dt="2026-02-24T20:14:40.665" v="939" actId="20577"/>
        <pc:sldMkLst>
          <pc:docMk/>
          <pc:sldMk cId="219802421" sldId="2600"/>
        </pc:sldMkLst>
        <pc:spChg chg="mod">
          <ac:chgData name="Haensler Michael" userId="dda9f915-4129-4dad-90ba-a37fb0d85cd3" providerId="ADAL" clId="{42C45B63-9AB7-5E40-88D3-6D977AD6031F}" dt="2026-02-24T20:13:07.202" v="935" actId="20577"/>
          <ac:spMkLst>
            <pc:docMk/>
            <pc:sldMk cId="219802421" sldId="2600"/>
            <ac:spMk id="2" creationId="{7EF54C98-63B2-84F6-11F8-B5AAEB9CEF46}"/>
          </ac:spMkLst>
        </pc:spChg>
        <pc:spChg chg="mod">
          <ac:chgData name="Haensler Michael" userId="dda9f915-4129-4dad-90ba-a37fb0d85cd3" providerId="ADAL" clId="{42C45B63-9AB7-5E40-88D3-6D977AD6031F}" dt="2026-02-24T20:14:40.665" v="939" actId="20577"/>
          <ac:spMkLst>
            <pc:docMk/>
            <pc:sldMk cId="219802421" sldId="2600"/>
            <ac:spMk id="4" creationId="{F6D1FB5E-98BA-EEF5-C10F-DFB50DE2966D}"/>
          </ac:spMkLst>
        </pc:spChg>
        <pc:spChg chg="add del mod">
          <ac:chgData name="Haensler Michael" userId="dda9f915-4129-4dad-90ba-a37fb0d85cd3" providerId="ADAL" clId="{42C45B63-9AB7-5E40-88D3-6D977AD6031F}" dt="2026-02-24T20:12:54.597" v="920" actId="478"/>
          <ac:spMkLst>
            <pc:docMk/>
            <pc:sldMk cId="219802421" sldId="2600"/>
            <ac:spMk id="6" creationId="{7D645494-7DFE-7FDA-F350-AB58EC8DF236}"/>
          </ac:spMkLst>
        </pc:spChg>
        <pc:spChg chg="add mod">
          <ac:chgData name="Haensler Michael" userId="dda9f915-4129-4dad-90ba-a37fb0d85cd3" providerId="ADAL" clId="{42C45B63-9AB7-5E40-88D3-6D977AD6031F}" dt="2026-02-24T20:13:09.200" v="936"/>
          <ac:spMkLst>
            <pc:docMk/>
            <pc:sldMk cId="219802421" sldId="2600"/>
            <ac:spMk id="8" creationId="{8F4A3BFE-458C-A17D-5B6D-84768E53AEA3}"/>
          </ac:spMkLst>
        </pc:spChg>
        <pc:picChg chg="del">
          <ac:chgData name="Haensler Michael" userId="dda9f915-4129-4dad-90ba-a37fb0d85cd3" providerId="ADAL" clId="{42C45B63-9AB7-5E40-88D3-6D977AD6031F}" dt="2026-02-24T20:12:49.527" v="918" actId="478"/>
          <ac:picMkLst>
            <pc:docMk/>
            <pc:sldMk cId="219802421" sldId="2600"/>
            <ac:picMk id="7" creationId="{978051FF-C155-4B65-DB35-9F9C26500E5D}"/>
          </ac:picMkLst>
        </pc:picChg>
        <pc:picChg chg="del">
          <ac:chgData name="Haensler Michael" userId="dda9f915-4129-4dad-90ba-a37fb0d85cd3" providerId="ADAL" clId="{42C45B63-9AB7-5E40-88D3-6D977AD6031F}" dt="2026-02-24T20:12:52.439" v="919" actId="478"/>
          <ac:picMkLst>
            <pc:docMk/>
            <pc:sldMk cId="219802421" sldId="2600"/>
            <ac:picMk id="9" creationId="{67614100-78F1-6878-4469-CEDCD030FDF3}"/>
          </ac:picMkLst>
        </pc:picChg>
      </pc:sldChg>
      <pc:sldChg chg="addSp modSp new del mod">
        <pc:chgData name="Haensler Michael" userId="dda9f915-4129-4dad-90ba-a37fb0d85cd3" providerId="ADAL" clId="{42C45B63-9AB7-5E40-88D3-6D977AD6031F}" dt="2026-02-24T20:12:32.180" v="916" actId="2696"/>
        <pc:sldMkLst>
          <pc:docMk/>
          <pc:sldMk cId="2431224382" sldId="2600"/>
        </pc:sldMkLst>
        <pc:spChg chg="add mod">
          <ac:chgData name="Haensler Michael" userId="dda9f915-4129-4dad-90ba-a37fb0d85cd3" providerId="ADAL" clId="{42C45B63-9AB7-5E40-88D3-6D977AD6031F}" dt="2026-02-24T20:12:16.459" v="915" actId="1076"/>
          <ac:spMkLst>
            <pc:docMk/>
            <pc:sldMk cId="2431224382" sldId="2600"/>
            <ac:spMk id="2" creationId="{F4A7F1E6-8A76-D72B-2F7E-4E6D3E9F6B1D}"/>
          </ac:spMkLst>
        </pc:spChg>
      </pc:sldChg>
      <pc:sldChg chg="new del">
        <pc:chgData name="Haensler Michael" userId="dda9f915-4129-4dad-90ba-a37fb0d85cd3" providerId="ADAL" clId="{42C45B63-9AB7-5E40-88D3-6D977AD6031F}" dt="2026-02-24T20:11:07.273" v="872" actId="2696"/>
        <pc:sldMkLst>
          <pc:docMk/>
          <pc:sldMk cId="2571296645" sldId="2600"/>
        </pc:sldMkLst>
      </pc:sldChg>
      <pc:sldChg chg="new del">
        <pc:chgData name="Haensler Michael" userId="dda9f915-4129-4dad-90ba-a37fb0d85cd3" providerId="ADAL" clId="{42C45B63-9AB7-5E40-88D3-6D977AD6031F}" dt="2026-02-24T20:11:05.716" v="871" actId="2696"/>
        <pc:sldMkLst>
          <pc:docMk/>
          <pc:sldMk cId="1520570822" sldId="2601"/>
        </pc:sldMkLst>
      </pc:sldChg>
      <pc:sldChg chg="addSp delSp modSp new mod">
        <pc:chgData name="Haensler Michael" userId="dda9f915-4129-4dad-90ba-a37fb0d85cd3" providerId="ADAL" clId="{42C45B63-9AB7-5E40-88D3-6D977AD6031F}" dt="2026-02-25T13:13:15.532" v="1578" actId="14100"/>
        <pc:sldMkLst>
          <pc:docMk/>
          <pc:sldMk cId="3186464633" sldId="2601"/>
        </pc:sldMkLst>
        <pc:spChg chg="mod">
          <ac:chgData name="Haensler Michael" userId="dda9f915-4129-4dad-90ba-a37fb0d85cd3" providerId="ADAL" clId="{42C45B63-9AB7-5E40-88D3-6D977AD6031F}" dt="2026-02-25T12:47:40.068" v="1539" actId="20577"/>
          <ac:spMkLst>
            <pc:docMk/>
            <pc:sldMk cId="3186464633" sldId="2601"/>
            <ac:spMk id="2" creationId="{237D006D-D692-5219-93D0-7267E5A087A5}"/>
          </ac:spMkLst>
        </pc:spChg>
        <pc:spChg chg="del">
          <ac:chgData name="Haensler Michael" userId="dda9f915-4129-4dad-90ba-a37fb0d85cd3" providerId="ADAL" clId="{42C45B63-9AB7-5E40-88D3-6D977AD6031F}" dt="2026-02-25T12:55:52.315" v="1562"/>
          <ac:spMkLst>
            <pc:docMk/>
            <pc:sldMk cId="3186464633" sldId="2601"/>
            <ac:spMk id="3" creationId="{4080C620-664E-B109-37F3-BDFF45A8BD7C}"/>
          </ac:spMkLst>
        </pc:spChg>
        <pc:spChg chg="mod">
          <ac:chgData name="Haensler Michael" userId="dda9f915-4129-4dad-90ba-a37fb0d85cd3" providerId="ADAL" clId="{42C45B63-9AB7-5E40-88D3-6D977AD6031F}" dt="2026-02-25T12:59:48.309" v="1577"/>
          <ac:spMkLst>
            <pc:docMk/>
            <pc:sldMk cId="3186464633" sldId="2601"/>
            <ac:spMk id="4" creationId="{0D69777C-0275-D8F0-8251-D1C5092589C0}"/>
          </ac:spMkLst>
        </pc:spChg>
        <pc:picChg chg="add mod ord">
          <ac:chgData name="Haensler Michael" userId="dda9f915-4129-4dad-90ba-a37fb0d85cd3" providerId="ADAL" clId="{42C45B63-9AB7-5E40-88D3-6D977AD6031F}" dt="2026-02-25T12:59:19.260" v="1576" actId="1076"/>
          <ac:picMkLst>
            <pc:docMk/>
            <pc:sldMk cId="3186464633" sldId="2601"/>
            <ac:picMk id="7" creationId="{639AE848-D40D-F017-CC2B-057078A36156}"/>
          </ac:picMkLst>
        </pc:picChg>
        <pc:picChg chg="add mod">
          <ac:chgData name="Haensler Michael" userId="dda9f915-4129-4dad-90ba-a37fb0d85cd3" providerId="ADAL" clId="{42C45B63-9AB7-5E40-88D3-6D977AD6031F}" dt="2026-02-25T13:13:15.532" v="1578" actId="14100"/>
          <ac:picMkLst>
            <pc:docMk/>
            <pc:sldMk cId="3186464633" sldId="2601"/>
            <ac:picMk id="9" creationId="{82A5C20B-BC4E-6111-8EF3-2B7845E12E0E}"/>
          </ac:picMkLst>
        </pc:picChg>
      </pc:sldChg>
      <pc:sldChg chg="addSp delSp modSp new mod">
        <pc:chgData name="Haensler Michael" userId="dda9f915-4129-4dad-90ba-a37fb0d85cd3" providerId="ADAL" clId="{42C45B63-9AB7-5E40-88D3-6D977AD6031F}" dt="2026-02-25T13:31:11.972" v="1666" actId="20577"/>
        <pc:sldMkLst>
          <pc:docMk/>
          <pc:sldMk cId="2285032369" sldId="2602"/>
        </pc:sldMkLst>
        <pc:spChg chg="mod">
          <ac:chgData name="Haensler Michael" userId="dda9f915-4129-4dad-90ba-a37fb0d85cd3" providerId="ADAL" clId="{42C45B63-9AB7-5E40-88D3-6D977AD6031F}" dt="2026-02-25T13:25:46.434" v="1582"/>
          <ac:spMkLst>
            <pc:docMk/>
            <pc:sldMk cId="2285032369" sldId="2602"/>
            <ac:spMk id="2" creationId="{257528A1-5242-0F4F-4EC6-661C73DF1412}"/>
          </ac:spMkLst>
        </pc:spChg>
        <pc:spChg chg="del">
          <ac:chgData name="Haensler Michael" userId="dda9f915-4129-4dad-90ba-a37fb0d85cd3" providerId="ADAL" clId="{42C45B63-9AB7-5E40-88D3-6D977AD6031F}" dt="2026-02-25T13:29:31.230" v="1594"/>
          <ac:spMkLst>
            <pc:docMk/>
            <pc:sldMk cId="2285032369" sldId="2602"/>
            <ac:spMk id="3" creationId="{9D8FA5A1-0CBA-1DF6-C7ED-D416FD7C7A54}"/>
          </ac:spMkLst>
        </pc:spChg>
        <pc:spChg chg="mod">
          <ac:chgData name="Haensler Michael" userId="dda9f915-4129-4dad-90ba-a37fb0d85cd3" providerId="ADAL" clId="{42C45B63-9AB7-5E40-88D3-6D977AD6031F}" dt="2026-02-25T13:25:40.446" v="1581" actId="20577"/>
          <ac:spMkLst>
            <pc:docMk/>
            <pc:sldMk cId="2285032369" sldId="2602"/>
            <ac:spMk id="4" creationId="{97F5DC89-ABCF-0AA5-FD33-03CE9E7FE1C0}"/>
          </ac:spMkLst>
        </pc:spChg>
        <pc:spChg chg="add mod">
          <ac:chgData name="Haensler Michael" userId="dda9f915-4129-4dad-90ba-a37fb0d85cd3" providerId="ADAL" clId="{42C45B63-9AB7-5E40-88D3-6D977AD6031F}" dt="2026-02-25T13:31:11.972" v="1666" actId="20577"/>
          <ac:spMkLst>
            <pc:docMk/>
            <pc:sldMk cId="2285032369" sldId="2602"/>
            <ac:spMk id="8" creationId="{6A9B9D5B-DF58-3A2C-F8EB-87765A891255}"/>
          </ac:spMkLst>
        </pc:spChg>
        <pc:picChg chg="add mod ord">
          <ac:chgData name="Haensler Michael" userId="dda9f915-4129-4dad-90ba-a37fb0d85cd3" providerId="ADAL" clId="{42C45B63-9AB7-5E40-88D3-6D977AD6031F}" dt="2026-02-25T13:29:59.772" v="1599" actId="1076"/>
          <ac:picMkLst>
            <pc:docMk/>
            <pc:sldMk cId="2285032369" sldId="2602"/>
            <ac:picMk id="7" creationId="{2A9EB6FD-91D3-1D58-983F-30F43FD4CA2E}"/>
          </ac:picMkLst>
        </pc:picChg>
      </pc:sldChg>
    </pc:docChg>
  </pc:docChgLst>
  <pc:docChgLst>
    <pc:chgData name="Moser Simon" userId="bc24ed73-4ddb-43cb-83a9-7d7790d4cc33" providerId="ADAL" clId="{9FC6A29C-30FF-4B7A-8657-79247F5CB7F2}"/>
    <pc:docChg chg="undo custSel modSld">
      <pc:chgData name="Moser Simon" userId="bc24ed73-4ddb-43cb-83a9-7d7790d4cc33" providerId="ADAL" clId="{9FC6A29C-30FF-4B7A-8657-79247F5CB7F2}" dt="2026-02-24T16:45:17.558" v="179" actId="1076"/>
      <pc:docMkLst>
        <pc:docMk/>
      </pc:docMkLst>
      <pc:sldChg chg="addSp delSp modSp mod">
        <pc:chgData name="Moser Simon" userId="bc24ed73-4ddb-43cb-83a9-7d7790d4cc33" providerId="ADAL" clId="{9FC6A29C-30FF-4B7A-8657-79247F5CB7F2}" dt="2026-02-24T15:59:52.624" v="10" actId="14100"/>
        <pc:sldMkLst>
          <pc:docMk/>
          <pc:sldMk cId="2991575151" sldId="2590"/>
        </pc:sldMkLst>
        <pc:picChg chg="del">
          <ac:chgData name="Moser Simon" userId="bc24ed73-4ddb-43cb-83a9-7d7790d4cc33" providerId="ADAL" clId="{9FC6A29C-30FF-4B7A-8657-79247F5CB7F2}" dt="2026-02-24T15:59:40.901" v="0" actId="478"/>
          <ac:picMkLst>
            <pc:docMk/>
            <pc:sldMk cId="2991575151" sldId="2590"/>
            <ac:picMk id="7" creationId="{50CE2C5C-45A5-022F-D59C-34F5C245C10F}"/>
          </ac:picMkLst>
        </pc:picChg>
        <pc:picChg chg="add mod">
          <ac:chgData name="Moser Simon" userId="bc24ed73-4ddb-43cb-83a9-7d7790d4cc33" providerId="ADAL" clId="{9FC6A29C-30FF-4B7A-8657-79247F5CB7F2}" dt="2026-02-24T15:59:52.624" v="10" actId="14100"/>
          <ac:picMkLst>
            <pc:docMk/>
            <pc:sldMk cId="2991575151" sldId="2590"/>
            <ac:picMk id="8" creationId="{CE8BF9DB-8BD2-44B2-1B02-07E92080272A}"/>
          </ac:picMkLst>
        </pc:picChg>
      </pc:sldChg>
      <pc:sldChg chg="modSp mod">
        <pc:chgData name="Moser Simon" userId="bc24ed73-4ddb-43cb-83a9-7d7790d4cc33" providerId="ADAL" clId="{9FC6A29C-30FF-4B7A-8657-79247F5CB7F2}" dt="2026-02-24T16:37:25.207" v="162" actId="20577"/>
        <pc:sldMkLst>
          <pc:docMk/>
          <pc:sldMk cId="4174139207" sldId="2592"/>
        </pc:sldMkLst>
        <pc:spChg chg="mod">
          <ac:chgData name="Moser Simon" userId="bc24ed73-4ddb-43cb-83a9-7d7790d4cc33" providerId="ADAL" clId="{9FC6A29C-30FF-4B7A-8657-79247F5CB7F2}" dt="2026-02-24T16:37:25.207" v="162" actId="20577"/>
          <ac:spMkLst>
            <pc:docMk/>
            <pc:sldMk cId="4174139207" sldId="2592"/>
            <ac:spMk id="3" creationId="{A211F63B-7412-33EC-B70A-CF637C39B153}"/>
          </ac:spMkLst>
        </pc:spChg>
      </pc:sldChg>
      <pc:sldChg chg="addSp delSp modSp mod">
        <pc:chgData name="Moser Simon" userId="bc24ed73-4ddb-43cb-83a9-7d7790d4cc33" providerId="ADAL" clId="{9FC6A29C-30FF-4B7A-8657-79247F5CB7F2}" dt="2026-02-24T16:45:17.558" v="179" actId="1076"/>
        <pc:sldMkLst>
          <pc:docMk/>
          <pc:sldMk cId="1107459028" sldId="2593"/>
        </pc:sldMkLst>
        <pc:picChg chg="add del mod">
          <ac:chgData name="Moser Simon" userId="bc24ed73-4ddb-43cb-83a9-7d7790d4cc33" providerId="ADAL" clId="{9FC6A29C-30FF-4B7A-8657-79247F5CB7F2}" dt="2026-02-24T16:45:05.824" v="170" actId="478"/>
          <ac:picMkLst>
            <pc:docMk/>
            <pc:sldMk cId="1107459028" sldId="2593"/>
            <ac:picMk id="7" creationId="{BB73CBF3-784F-3E70-E66B-8297A68E50F8}"/>
          </ac:picMkLst>
        </pc:picChg>
        <pc:picChg chg="del">
          <ac:chgData name="Moser Simon" userId="bc24ed73-4ddb-43cb-83a9-7d7790d4cc33" providerId="ADAL" clId="{9FC6A29C-30FF-4B7A-8657-79247F5CB7F2}" dt="2026-02-24T16:43:31.855" v="163" actId="478"/>
          <ac:picMkLst>
            <pc:docMk/>
            <pc:sldMk cId="1107459028" sldId="2593"/>
            <ac:picMk id="8" creationId="{CF01D430-0FEA-B80D-7DDD-74DAAA35A644}"/>
          </ac:picMkLst>
        </pc:picChg>
        <pc:picChg chg="add mod">
          <ac:chgData name="Moser Simon" userId="bc24ed73-4ddb-43cb-83a9-7d7790d4cc33" providerId="ADAL" clId="{9FC6A29C-30FF-4B7A-8657-79247F5CB7F2}" dt="2026-02-24T16:45:17.558" v="179" actId="1076"/>
          <ac:picMkLst>
            <pc:docMk/>
            <pc:sldMk cId="1107459028" sldId="2593"/>
            <ac:picMk id="10" creationId="{216EC163-8DB8-5E8B-F19B-A9CFC693636B}"/>
          </ac:picMkLst>
        </pc:picChg>
      </pc:sldChg>
    </pc:docChg>
  </pc:docChgLst>
  <pc:docChgLst>
    <pc:chgData name="Fellegger Lukas" userId="a22a38ce-a7b7-4a62-af0e-48eea1e6566f" providerId="ADAL" clId="{47ACD159-FFA0-53A0-A126-7E74D8854174}"/>
    <pc:docChg chg="custSel addSld modSld">
      <pc:chgData name="Fellegger Lukas" userId="a22a38ce-a7b7-4a62-af0e-48eea1e6566f" providerId="ADAL" clId="{47ACD159-FFA0-53A0-A126-7E74D8854174}" dt="2026-02-25T14:31:09.721" v="344" actId="20577"/>
      <pc:docMkLst>
        <pc:docMk/>
      </pc:docMkLst>
      <pc:sldChg chg="modSp new mod">
        <pc:chgData name="Fellegger Lukas" userId="a22a38ce-a7b7-4a62-af0e-48eea1e6566f" providerId="ADAL" clId="{47ACD159-FFA0-53A0-A126-7E74D8854174}" dt="2026-02-25T14:31:09.721" v="344" actId="20577"/>
        <pc:sldMkLst>
          <pc:docMk/>
          <pc:sldMk cId="1958629967" sldId="2603"/>
        </pc:sldMkLst>
        <pc:spChg chg="mod">
          <ac:chgData name="Fellegger Lukas" userId="a22a38ce-a7b7-4a62-af0e-48eea1e6566f" providerId="ADAL" clId="{47ACD159-FFA0-53A0-A126-7E74D8854174}" dt="2026-02-25T14:21:09.389" v="20" actId="20577"/>
          <ac:spMkLst>
            <pc:docMk/>
            <pc:sldMk cId="1958629967" sldId="2603"/>
            <ac:spMk id="2" creationId="{C3F44CE1-6C83-081D-27F2-1BE461B774E8}"/>
          </ac:spMkLst>
        </pc:spChg>
        <pc:spChg chg="mod">
          <ac:chgData name="Fellegger Lukas" userId="a22a38ce-a7b7-4a62-af0e-48eea1e6566f" providerId="ADAL" clId="{47ACD159-FFA0-53A0-A126-7E74D8854174}" dt="2026-02-25T14:31:09.721" v="344" actId="20577"/>
          <ac:spMkLst>
            <pc:docMk/>
            <pc:sldMk cId="1958629967" sldId="2603"/>
            <ac:spMk id="3" creationId="{35873E53-F45C-929D-1E5D-1452475FFF2B}"/>
          </ac:spMkLst>
        </pc:spChg>
        <pc:spChg chg="mod">
          <ac:chgData name="Fellegger Lukas" userId="a22a38ce-a7b7-4a62-af0e-48eea1e6566f" providerId="ADAL" clId="{47ACD159-FFA0-53A0-A126-7E74D8854174}" dt="2026-02-25T14:28:26.116" v="316"/>
          <ac:spMkLst>
            <pc:docMk/>
            <pc:sldMk cId="1958629967" sldId="2603"/>
            <ac:spMk id="4" creationId="{50972A08-3F43-530C-3E03-C18F01DE02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25.02.2026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25.02.2026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C62-3387-8F0D-1722-7CF8A0ED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D1F7E0-6958-1CA1-2C91-1F91BE7B8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BBB349-7463-0ED9-A6CB-9E8CB95AD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D66C34-6292-5B75-7296-832826CE1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771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25.02.2026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25.02.2026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untis.at/hc/de/articles/4403351094034-General-documentation-for-integration-partners" TargetMode="External"/><Relationship Id="rId3" Type="http://schemas.openxmlformats.org/officeDocument/2006/relationships/hyperlink" Target="https://infopoints.com/" TargetMode="External"/><Relationship Id="rId7" Type="http://schemas.openxmlformats.org/officeDocument/2006/relationships/hyperlink" Target="https://vite.dev/guide/features" TargetMode="External"/><Relationship Id="rId2" Type="http://schemas.openxmlformats.org/officeDocument/2006/relationships/hyperlink" Target="https://epub.uni-regensburg.de/10868/1/Knowledge_Management_und_Kommunikationssysteme.pdf#page=13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reference/react" TargetMode="External"/><Relationship Id="rId5" Type="http://schemas.openxmlformats.org/officeDocument/2006/relationships/hyperlink" Target="https://helpx.adobe.com/at/xd/user-guide.html" TargetMode="External"/><Relationship Id="rId4" Type="http://schemas.openxmlformats.org/officeDocument/2006/relationships/hyperlink" Target="https://www.eca.europa.eu/en/sustainable-development-goals" TargetMode="External"/><Relationship Id="rId9" Type="http://schemas.openxmlformats.org/officeDocument/2006/relationships/hyperlink" Target="https://getcockpit.com/documentation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391398" y="2253048"/>
            <a:ext cx="7409203" cy="1461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3000" b="1">
                <a:solidFill>
                  <a:srgbClr val="9BBB59"/>
                </a:solidFill>
              </a:rPr>
              <a:t>Digitales Infopoint-System zur Orientierung und Informationsvermittlung an der HTL Leoben </a:t>
            </a:r>
          </a:p>
          <a:p>
            <a:pPr lvl="0" algn="ctr">
              <a:spcBef>
                <a:spcPct val="0"/>
              </a:spcBef>
              <a:defRPr/>
            </a:pPr>
            <a:endParaRPr lang="de-DE" sz="300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26" y="4049370"/>
            <a:ext cx="187234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/>
              <a:t>Michael Hänsler</a:t>
            </a:r>
          </a:p>
          <a:p>
            <a:r>
              <a:rPr lang="nl-NL" sz="2000"/>
              <a:t>Simon Moser</a:t>
            </a:r>
          </a:p>
          <a:p>
            <a:r>
              <a:rPr lang="nl-NL" sz="2000"/>
              <a:t>Lukas Fellegger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244" y="6314904"/>
            <a:ext cx="1837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/>
          <a:p>
            <a:r>
              <a:rPr lang="de-AT"/>
              <a:t>Stand: 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380" y="5400124"/>
            <a:ext cx="30132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Betreuer: Markus Zacharias</a:t>
            </a:r>
          </a:p>
          <a:p>
            <a:pPr algn="r"/>
            <a:r>
              <a:rPr lang="de-AT">
                <a:ea typeface="Calibri"/>
                <a:cs typeface="Calibri"/>
              </a:rPr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Partner/Aufgabenstellung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4E02AB5-4580-3757-FE4D-917714C38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165181"/>
          </a:xfrm>
        </p:spPr>
        <p:txBody>
          <a:bodyPr>
            <a:normAutofit fontScale="92500" lnSpcReduction="20000"/>
          </a:bodyPr>
          <a:lstStyle/>
          <a:p>
            <a:r>
              <a:rPr lang="de-AT"/>
              <a:t>Partner: HTL Leoben</a:t>
            </a:r>
            <a:br>
              <a:rPr lang="de-AT"/>
            </a:br>
            <a:endParaRPr lang="de-AT"/>
          </a:p>
          <a:p>
            <a:r>
              <a:rPr lang="de-AT"/>
              <a:t>Aufgabenstellungen:</a:t>
            </a:r>
          </a:p>
          <a:p>
            <a:pPr lvl="1"/>
            <a:r>
              <a:rPr lang="de-AT"/>
              <a:t>Recherche, Konzeption &amp; Hardware (Hänsler)</a:t>
            </a:r>
          </a:p>
          <a:p>
            <a:pPr lvl="2"/>
            <a:r>
              <a:rPr lang="de-AT"/>
              <a:t>Projektmanagement</a:t>
            </a:r>
          </a:p>
          <a:p>
            <a:pPr lvl="2"/>
            <a:r>
              <a:rPr lang="de-AT"/>
              <a:t>Recherche über bestehende Systeme </a:t>
            </a:r>
          </a:p>
          <a:p>
            <a:pPr lvl="2"/>
            <a:r>
              <a:rPr lang="de-AT"/>
              <a:t>Mockups und Design</a:t>
            </a:r>
          </a:p>
          <a:p>
            <a:pPr lvl="2"/>
            <a:r>
              <a:rPr lang="de-AT"/>
              <a:t>Docker </a:t>
            </a:r>
            <a:r>
              <a:rPr lang="de-AT" err="1"/>
              <a:t>Deployment</a:t>
            </a:r>
            <a:endParaRPr lang="de-DE"/>
          </a:p>
          <a:p>
            <a:pPr lvl="1"/>
            <a:r>
              <a:rPr lang="de-DE"/>
              <a:t>Backend &amp; Datenverwaltung (Moser)</a:t>
            </a:r>
          </a:p>
          <a:p>
            <a:pPr lvl="2"/>
            <a:r>
              <a:rPr lang="de-DE"/>
              <a:t>Aufbau des </a:t>
            </a:r>
            <a:r>
              <a:rPr lang="de-DE" err="1"/>
              <a:t>Backends</a:t>
            </a:r>
            <a:r>
              <a:rPr lang="de-DE"/>
              <a:t> über REST-API </a:t>
            </a:r>
          </a:p>
          <a:p>
            <a:pPr lvl="2"/>
            <a:r>
              <a:rPr lang="de-DE"/>
              <a:t>Datenhaltung </a:t>
            </a:r>
          </a:p>
          <a:p>
            <a:pPr lvl="2"/>
            <a:r>
              <a:rPr lang="de-DE"/>
              <a:t>Security und Benutzerverwaltung </a:t>
            </a:r>
          </a:p>
          <a:p>
            <a:pPr lvl="1"/>
            <a:r>
              <a:rPr lang="de-DE"/>
              <a:t>Frontend &amp; Infopoint-Anzeige (Fellegger)</a:t>
            </a:r>
          </a:p>
          <a:p>
            <a:pPr lvl="2"/>
            <a:r>
              <a:rPr lang="de-DE"/>
              <a:t>Erstellung der Benutzeroberfläche </a:t>
            </a:r>
          </a:p>
          <a:p>
            <a:pPr lvl="2"/>
            <a:r>
              <a:rPr lang="de-DE"/>
              <a:t>Integration der Backend Schnittstellen</a:t>
            </a:r>
          </a:p>
          <a:p>
            <a:pPr lvl="2"/>
            <a:r>
              <a:rPr lang="de-DE"/>
              <a:t>Darstellung optimieren auf diverse Geräte </a:t>
            </a:r>
          </a:p>
          <a:p>
            <a:pPr lvl="2"/>
            <a:endParaRPr lang="de-DE"/>
          </a:p>
          <a:p>
            <a:pPr lvl="1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Ziele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3093F88-C931-5C63-31C3-B60A98D0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992"/>
            <a:ext cx="10972800" cy="5102351"/>
          </a:xfrm>
        </p:spPr>
        <p:txBody>
          <a:bodyPr>
            <a:normAutofit fontScale="92500" lnSpcReduction="10000"/>
          </a:bodyPr>
          <a:lstStyle/>
          <a:p>
            <a:r>
              <a:rPr lang="de-DE" altLang="de-DE" sz="2400" b="1"/>
              <a:t>Spezifisch: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Es soll ein Infopoint-System entwickelt werden, welches im Schulgebäude betrieben wird und Informationen wie Raumpläne, Lehrpersonen, Termine und allgemeine Schulinfos darstellt.</a:t>
            </a:r>
          </a:p>
          <a:p>
            <a:r>
              <a:rPr lang="de-DE" altLang="de-DE" sz="2400" b="1"/>
              <a:t>Messbar: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mindestens die Lehrer-Suche implementiert ist </a:t>
            </a:r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alle Funktionen auf dem Touchdisplay korrekt bedienbar sind</a:t>
            </a:r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keine kritischen Fehler im Livebetrieb auftreten</a:t>
            </a:r>
          </a:p>
          <a:p>
            <a:r>
              <a:rPr lang="de-DE" altLang="de-DE" sz="2400" b="1"/>
              <a:t>Attraktiv: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Das System verbessert die Orientierung im Schulgebäude und stellt einen echten Mehrwert für Schüler, Lehrer und Besucher dar.</a:t>
            </a:r>
          </a:p>
          <a:p>
            <a:r>
              <a:rPr lang="de-DE" altLang="de-DE" sz="2400" b="1"/>
              <a:t>Realistisch: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Die Umsetzung erfolgt mit Spring Boot (Backend), React (Frontend) und Cockpit (CMS) innerhalb der vorgesehenen Projektzeit.</a:t>
            </a:r>
          </a:p>
          <a:p>
            <a:r>
              <a:rPr lang="de-DE" altLang="de-DE" sz="2400" b="1"/>
              <a:t>Terminiert: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Fertigstellung eines funktionsfähigen Prototyps bis 31.01.2026, finale Version bis zur Projektabgabe 2026.</a:t>
            </a:r>
          </a:p>
          <a:p>
            <a:endParaRPr lang="de-DE" sz="3200"/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42C60-5415-4363-C8FB-72EFDDF3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Substainable Development Goals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98520-73E3-5C5A-7305-A181567A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6907481" cy="5073427"/>
          </a:xfrm>
        </p:spPr>
        <p:txBody>
          <a:bodyPr/>
          <a:lstStyle/>
          <a:p>
            <a:endParaRPr lang="de-AT"/>
          </a:p>
          <a:p>
            <a:endParaRPr lang="de-AT"/>
          </a:p>
          <a:p>
            <a:r>
              <a:rPr lang="de-AT"/>
              <a:t>Primär: SDG 9 (Industrie, Innovation und Infrastruktur)</a:t>
            </a:r>
            <a:br>
              <a:rPr lang="de-AT"/>
            </a:br>
            <a:br>
              <a:rPr lang="de-AT"/>
            </a:br>
            <a:br>
              <a:rPr lang="de-AT"/>
            </a:br>
            <a:br>
              <a:rPr lang="de-AT"/>
            </a:br>
            <a:endParaRPr lang="de-AT"/>
          </a:p>
          <a:p>
            <a:r>
              <a:rPr lang="de-AT"/>
              <a:t>Sekundär: SDG 4 (hochwertige Bildung)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170DDC-BE67-C0FC-35E2-F62C6CF0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D97D35-AAA9-07D3-75C3-714F4524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pic>
        <p:nvPicPr>
          <p:cNvPr id="1026" name="Picture 2" descr="SDGs | KnowSDGs">
            <a:extLst>
              <a:ext uri="{FF2B5EF4-FFF2-40B4-BE49-F238E27FC236}">
                <a16:creationId xmlns:a16="http://schemas.microsoft.com/office/drawing/2014/main" id="{9772BF60-1F26-D8DF-99E4-A7558313F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296" y="974305"/>
            <a:ext cx="2730241" cy="273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ducation - United Nations Sustainable Development">
            <a:extLst>
              <a:ext uri="{FF2B5EF4-FFF2-40B4-BE49-F238E27FC236}">
                <a16:creationId xmlns:a16="http://schemas.microsoft.com/office/drawing/2014/main" id="{82354579-5B44-73C0-F2CF-CAC0FA4D9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296" y="3665329"/>
            <a:ext cx="2730241" cy="259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0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FDB6C-1987-1F2A-1ED2-32F95D3B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PM - Meilensteine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A44239D7-DF14-FB15-16D4-DF4AC616F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534994"/>
              </p:ext>
            </p:extLst>
          </p:nvPr>
        </p:nvGraphicFramePr>
        <p:xfrm>
          <a:off x="609601" y="1067693"/>
          <a:ext cx="10972797" cy="5011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1517550089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624869313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1881459922"/>
                    </a:ext>
                  </a:extLst>
                </a:gridCol>
              </a:tblGrid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Meilenstein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Geplant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Abgeschlossen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34244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chemeClr val="tx1"/>
                          </a:solidFill>
                        </a:rPr>
                        <a:t>Antrag Diplomarbeitsportal gestellt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/>
                        <a:t>05.09.2025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05.09.2025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076105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AT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Recherche Abgeschlossen</a:t>
                      </a:r>
                      <a:endParaRPr lang="de-DE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/>
                        <a:t>19.09.2025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19.09.2025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02054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Technologie Auswahl und Mockups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25.09.2025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25.09.2025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0763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Rohversionen Front- und Backend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13.10.2025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13.10.2025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792725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Anbindung eines CMS System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20.10.2025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FF8D00"/>
                          </a:solidFill>
                        </a:rPr>
                        <a:t>27.10.2025</a:t>
                      </a:r>
                      <a:endParaRPr lang="de-DE">
                        <a:solidFill>
                          <a:srgbClr val="FF8D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93814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Vereinigung von Front- und Backend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27.10.2025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FF8D00"/>
                          </a:solidFill>
                        </a:rPr>
                        <a:t>28.11.2025</a:t>
                      </a:r>
                      <a:endParaRPr lang="de-DE">
                        <a:solidFill>
                          <a:srgbClr val="FF8D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12661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1. Zwischenpräsentation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12.11.2025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12.11.2025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316510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Testphase auf Endgerät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17.11.2025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solidFill>
                            <a:srgbClr val="FF8D00"/>
                          </a:solidFill>
                        </a:rPr>
                        <a:t>23.01.2026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58432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Verbesserungen umgesetzt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24.11.2025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solidFill>
                            <a:srgbClr val="FF8D00"/>
                          </a:solidFill>
                        </a:rPr>
                        <a:t>06.02.2026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33192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Diplomarbeit fertig verschriftlicht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23.12.2025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offen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548612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Projektabschluss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01.01.2026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offen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898645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CCF45D-F051-D5A6-8A08-ED683B97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2487AC-1797-1ECE-AC63-E38956D1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33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21B2-F04A-6F7D-CDD4-FE975DAC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8E3CA-5CFD-9956-0CFC-7165BF98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PM – Kostenabschätzung</a:t>
            </a:r>
            <a:endParaRPr lang="de-AT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ABCC64A7-8897-463F-0725-626F0F985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695870"/>
              </p:ext>
            </p:extLst>
          </p:nvPr>
        </p:nvGraphicFramePr>
        <p:xfrm>
          <a:off x="609600" y="1252728"/>
          <a:ext cx="10972800" cy="468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338777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1658460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011688444"/>
                    </a:ext>
                  </a:extLst>
                </a:gridCol>
              </a:tblGrid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Kostenstelle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Deckung durch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8612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20.250€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Personalkosten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349693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60€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Binden der 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Schüler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242349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Laufende Stromkosten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906632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772784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183016-5846-0638-C0BC-095B1FCD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4054B8-AFC7-0DD8-48B5-6F4AB5CC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283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D006D-D692-5219-93D0-7267E5A0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 - Hänsler </a:t>
            </a:r>
          </a:p>
        </p:txBody>
      </p:sp>
      <p:pic>
        <p:nvPicPr>
          <p:cNvPr id="7" name="Inhaltsplatzhalter 6" descr="Ein Bild, das Screenshot, Tex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639AE848-D40D-F017-CC2B-057078A36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193" y="1095711"/>
            <a:ext cx="6226007" cy="507365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69777C-0275-D8F0-8251-D1C50925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B1741B-5CCC-AABB-C793-DB7458BC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pic>
        <p:nvPicPr>
          <p:cNvPr id="9" name="Grafik 8" descr="Ein Bild, das Screenshot, Text, Design enthält.&#10;&#10;KI-generierte Inhalte können fehlerhaft sein.">
            <a:extLst>
              <a:ext uri="{FF2B5EF4-FFF2-40B4-BE49-F238E27FC236}">
                <a16:creationId xmlns:a16="http://schemas.microsoft.com/office/drawing/2014/main" id="{82A5C20B-BC4E-6111-8EF3-2B7845E12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9" y="1095711"/>
            <a:ext cx="5491699" cy="507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6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528A1-5242-0F4F-4EC6-661C73DF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 - Hänsler </a:t>
            </a:r>
          </a:p>
        </p:txBody>
      </p:sp>
      <p:pic>
        <p:nvPicPr>
          <p:cNvPr id="7" name="Inhaltsplatzhalter 6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2A9EB6FD-91D3-1D58-983F-30F43FD4C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53" y="1095711"/>
            <a:ext cx="7590429" cy="507365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5DC89-ABCF-0AA5-FD33-03CE9E7F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622F8A-C44D-D951-F58F-9C27AB23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9B9D5B-DF58-3A2C-F8EB-87765A891255}"/>
              </a:ext>
            </a:extLst>
          </p:cNvPr>
          <p:cNvSpPr txBox="1"/>
          <p:nvPr/>
        </p:nvSpPr>
        <p:spPr>
          <a:xfrm>
            <a:off x="264920" y="1095711"/>
            <a:ext cx="414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Erstmaliges bauen über </a:t>
            </a:r>
          </a:p>
        </p:txBody>
      </p:sp>
    </p:spTree>
    <p:extLst>
      <p:ext uri="{BB962C8B-B14F-4D97-AF65-F5344CB8AC3E}">
        <p14:creationId xmlns:p14="http://schemas.microsoft.com/office/powerpoint/2010/main" val="228503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3372C5-1394-0BD3-811C-922AD511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 - Moser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2C03D-333F-0455-9E0E-2FF70885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50000"/>
              </a:lnSpc>
            </a:pPr>
            <a:r>
              <a:rPr lang="de-AT" sz="2400" err="1">
                <a:ea typeface="+mn-lt"/>
                <a:cs typeface="+mn-lt"/>
              </a:rPr>
              <a:t>clients</a:t>
            </a:r>
            <a:r>
              <a:rPr lang="de-AT" sz="2400">
                <a:ea typeface="+mn-lt"/>
                <a:cs typeface="+mn-lt"/>
              </a:rPr>
              <a:t>/ → Zugriff auf externe APIs (CMS, </a:t>
            </a:r>
            <a:r>
              <a:rPr lang="de-AT" sz="2400" err="1">
                <a:ea typeface="+mn-lt"/>
                <a:cs typeface="+mn-lt"/>
              </a:rPr>
              <a:t>Untis</a:t>
            </a:r>
            <a:r>
              <a:rPr lang="de-AT" sz="2400">
                <a:ea typeface="+mn-lt"/>
                <a:cs typeface="+mn-lt"/>
              </a:rPr>
              <a:t>)</a:t>
            </a:r>
          </a:p>
          <a:p>
            <a:pPr>
              <a:lnSpc>
                <a:spcPct val="250000"/>
              </a:lnSpc>
            </a:pPr>
            <a:r>
              <a:rPr lang="de-AT" sz="2400" err="1">
                <a:ea typeface="+mn-lt"/>
                <a:cs typeface="+mn-lt"/>
              </a:rPr>
              <a:t>controller</a:t>
            </a:r>
            <a:r>
              <a:rPr lang="de-AT" sz="2400">
                <a:ea typeface="+mn-lt"/>
                <a:cs typeface="+mn-lt"/>
              </a:rPr>
              <a:t>/ → REST-Endpunkte</a:t>
            </a:r>
          </a:p>
          <a:p>
            <a:pPr>
              <a:lnSpc>
                <a:spcPct val="250000"/>
              </a:lnSpc>
            </a:pPr>
            <a:r>
              <a:rPr lang="de-AT" sz="2400" err="1">
                <a:ea typeface="+mn-lt"/>
                <a:cs typeface="+mn-lt"/>
              </a:rPr>
              <a:t>service</a:t>
            </a:r>
            <a:r>
              <a:rPr lang="de-AT" sz="2400">
                <a:ea typeface="+mn-lt"/>
                <a:cs typeface="+mn-lt"/>
              </a:rPr>
              <a:t>/ → Geschäftslogik</a:t>
            </a:r>
          </a:p>
          <a:p>
            <a:pPr>
              <a:lnSpc>
                <a:spcPct val="250000"/>
              </a:lnSpc>
            </a:pPr>
            <a:r>
              <a:rPr lang="de-AT" sz="2400" err="1">
                <a:ea typeface="+mn-lt"/>
                <a:cs typeface="+mn-lt"/>
              </a:rPr>
              <a:t>dto</a:t>
            </a:r>
            <a:r>
              <a:rPr lang="de-AT" sz="2400">
                <a:ea typeface="+mn-lt"/>
                <a:cs typeface="+mn-lt"/>
              </a:rPr>
              <a:t>/ → API-Modelle</a:t>
            </a:r>
          </a:p>
          <a:p>
            <a:pPr>
              <a:lnSpc>
                <a:spcPct val="250000"/>
              </a:lnSpc>
            </a:pPr>
            <a:r>
              <a:rPr lang="de-AT" sz="2400" err="1">
                <a:ea typeface="+mn-lt"/>
                <a:cs typeface="+mn-lt"/>
              </a:rPr>
              <a:t>util</a:t>
            </a:r>
            <a:r>
              <a:rPr lang="de-AT" sz="2400">
                <a:ea typeface="+mn-lt"/>
                <a:cs typeface="+mn-lt"/>
              </a:rPr>
              <a:t>/ → Hilfsfunktionen</a:t>
            </a:r>
            <a:endParaRPr lang="de-AT" sz="2400">
              <a:ea typeface="Calibri"/>
              <a:cs typeface="Calibri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66EDCA-6C1F-74B5-60B4-D35DDFCC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</a:t>
            </a:r>
            <a:r>
              <a:rPr lang="de-AT" err="1"/>
              <a:t>Hänsler</a:t>
            </a:r>
            <a:r>
              <a:rPr lang="de-AT"/>
              <a:t>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EFB219-AE08-0469-8A31-D472EA25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50CE2C5C-45A5-022F-D59C-34F5C245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514" y="1057138"/>
            <a:ext cx="3226543" cy="50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7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44CE1-6C83-081D-27F2-1BE461B7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 Fellegger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873E53-F45C-929D-1E5D-1452475FF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Überarbeitung des Designs</a:t>
            </a:r>
          </a:p>
          <a:p>
            <a:r>
              <a:rPr lang="de-DE"/>
              <a:t>Neuigkeiten -&gt; Detailansicht</a:t>
            </a:r>
          </a:p>
          <a:p>
            <a:r>
              <a:rPr lang="de-DE"/>
              <a:t>Lehrer finden -&gt; Lehrer Tagesansicht/Tagesverlauf</a:t>
            </a:r>
          </a:p>
          <a:p>
            <a:r>
              <a:rPr lang="de-DE"/>
              <a:t>Stundenpläne</a:t>
            </a:r>
          </a:p>
          <a:p>
            <a:pPr lvl="1"/>
            <a:r>
              <a:rPr lang="de-DE"/>
              <a:t>Klassenstundenpläne hinzugefügt</a:t>
            </a:r>
          </a:p>
          <a:p>
            <a:pPr lvl="1"/>
            <a:r>
              <a:rPr lang="de-DE"/>
              <a:t>Laborstundenpläne hinzugefügt</a:t>
            </a:r>
          </a:p>
          <a:p>
            <a:r>
              <a:rPr lang="de-DE"/>
              <a:t>Kein </a:t>
            </a:r>
            <a:r>
              <a:rPr lang="de-DE" err="1"/>
              <a:t>Wlan</a:t>
            </a:r>
            <a:r>
              <a:rPr lang="de-DE"/>
              <a:t> -&gt; Erneut Versuchen Button</a:t>
            </a:r>
          </a:p>
          <a:p>
            <a:endParaRPr lang="de-DE"/>
          </a:p>
          <a:p>
            <a:pPr lvl="1"/>
            <a:endParaRPr lang="de-DE"/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972A08-3F43-530C-3E03-C18F01DE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</a:t>
            </a:r>
            <a:r>
              <a:rPr lang="de-AT" err="1"/>
              <a:t>Hänsler</a:t>
            </a:r>
            <a:r>
              <a:rPr lang="de-AT"/>
              <a:t>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2EE684-7BB8-BC11-EF92-D8945BBCE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8629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4A0D-25D2-379C-0144-173ABC38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54C98-63B2-84F6-11F8-B5AAEB9C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Vorstellung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D1FB5E-98BA-EEF5-C10F-DFB50DE2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080CEB-0ECE-A4EA-50E4-D85A98DF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11</a:t>
            </a:fld>
            <a:endParaRPr lang="de-AT"/>
          </a:p>
        </p:txBody>
      </p:sp>
      <p:sp>
        <p:nvSpPr>
          <p:cNvPr id="8" name="Rectangle 1026">
            <a:extLst>
              <a:ext uri="{FF2B5EF4-FFF2-40B4-BE49-F238E27FC236}">
                <a16:creationId xmlns:a16="http://schemas.microsoft.com/office/drawing/2014/main" id="{8F4A3BFE-458C-A17D-5B6D-84768E53AEA3}"/>
              </a:ext>
            </a:extLst>
          </p:cNvPr>
          <p:cNvSpPr txBox="1">
            <a:spLocks noChangeArrowheads="1"/>
          </p:cNvSpPr>
          <p:nvPr/>
        </p:nvSpPr>
        <p:spPr>
          <a:xfrm>
            <a:off x="4769562" y="2878558"/>
            <a:ext cx="2652875" cy="55044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4400" b="1">
                <a:solidFill>
                  <a:srgbClr val="9BBB59"/>
                </a:solidFill>
              </a:rPr>
              <a:t>Live Demo</a:t>
            </a:r>
          </a:p>
          <a:p>
            <a:pPr lvl="0" algn="ctr">
              <a:spcBef>
                <a:spcPct val="0"/>
              </a:spcBef>
              <a:defRPr/>
            </a:pPr>
            <a:endParaRPr lang="de-DE" sz="44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02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Literatur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69"/>
            <a:ext cx="10972800" cy="474816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de-DE"/>
              <a:t>Bis dato durchgesehen:</a:t>
            </a:r>
            <a:endParaRPr lang="de-AT"/>
          </a:p>
          <a:p>
            <a:pPr lvl="1">
              <a:lnSpc>
                <a:spcPct val="120000"/>
              </a:lnSpc>
            </a:pPr>
            <a:r>
              <a:rPr lang="de-DE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https://epub.uni-regensburg.de/10868/1/Knowledge_Management_und_Kommunikationssysteme.pdf#page=137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https://infopoints.com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https://www.eca.europa.eu/en/sustainable-development-goals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https://helpx.adobe.com/at/xd/user-guide.html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https://react.dev/reference/react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https://vite.dev/guide/features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https://help.untis.at/hc/de/articles/4403351094034-General-documentation-for-integration-partners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https://getcockpit.com/documentation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 u="sng"/>
              <a:t>https://docs.docker.com</a:t>
            </a:r>
            <a:br>
              <a:rPr lang="de-DE"/>
            </a:b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8E23-8483-4BC2-2386-C82FDAF0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>
            <a:extLst>
              <a:ext uri="{FF2B5EF4-FFF2-40B4-BE49-F238E27FC236}">
                <a16:creationId xmlns:a16="http://schemas.microsoft.com/office/drawing/2014/main" id="{7A22E2D8-E588-9C25-25E7-3CE6BF432045}"/>
              </a:ext>
            </a:extLst>
          </p:cNvPr>
          <p:cNvSpPr txBox="1">
            <a:spLocks noChangeArrowheads="1"/>
          </p:cNvSpPr>
          <p:nvPr/>
        </p:nvSpPr>
        <p:spPr>
          <a:xfrm>
            <a:off x="2391398" y="2868119"/>
            <a:ext cx="7409203" cy="56088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3000" b="1">
                <a:solidFill>
                  <a:srgbClr val="9BBB59"/>
                </a:solidFill>
              </a:rPr>
              <a:t>Vielen Dank für ihre Aufmerksamkeit</a:t>
            </a:r>
            <a:endParaRPr lang="de-DE" sz="300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F9901215-3C70-3A96-18D2-80145A179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26" y="4049370"/>
            <a:ext cx="187234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/>
              <a:t>Michael Hänsler</a:t>
            </a:r>
          </a:p>
          <a:p>
            <a:r>
              <a:rPr lang="nl-NL" sz="2000"/>
              <a:t>Simon Moser</a:t>
            </a:r>
          </a:p>
          <a:p>
            <a:r>
              <a:rPr lang="nl-NL" sz="2000"/>
              <a:t>Lukas Fellegger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B5E66C1-AEAA-FEA7-395D-66285D579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244" y="6314904"/>
            <a:ext cx="1837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/>
          <a:p>
            <a:r>
              <a:rPr lang="de-AT"/>
              <a:t>Stand: 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3066329-D502-D77A-238D-8E6D8736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380" y="5400124"/>
            <a:ext cx="30132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Betreuer: Markus Zacharias</a:t>
            </a:r>
          </a:p>
          <a:p>
            <a:pPr algn="r"/>
            <a:r>
              <a:rPr lang="de-AT">
                <a:ea typeface="Calibri"/>
                <a:cs typeface="Calibri"/>
              </a:rPr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171990837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09AE3-FA1D-40C8-A6CE-A2D9F55131C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Larissa</vt:lpstr>
      <vt:lpstr>PowerPoint Presentation</vt:lpstr>
      <vt:lpstr>Partner/Aufgabenstellung</vt:lpstr>
      <vt:lpstr>Ziele</vt:lpstr>
      <vt:lpstr>Substainable Development Goals</vt:lpstr>
      <vt:lpstr>PM - Meilensteine</vt:lpstr>
      <vt:lpstr>PM – Kostenabschätzung</vt:lpstr>
      <vt:lpstr>Ergebnisse - Hänsler </vt:lpstr>
      <vt:lpstr>Ergebnisse - Hänsler </vt:lpstr>
      <vt:lpstr>Ergebnisse - Moser</vt:lpstr>
      <vt:lpstr>Ergebnisse Fellegger</vt:lpstr>
      <vt:lpstr>Vorstellung</vt:lpstr>
      <vt:lpstr>Literatur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revision>1</cp:revision>
  <cp:lastPrinted>2020-04-02T17:36:48Z</cp:lastPrinted>
  <dcterms:created xsi:type="dcterms:W3CDTF">2012-09-14T17:11:23Z</dcterms:created>
  <dcterms:modified xsi:type="dcterms:W3CDTF">2026-02-25T14:31:14Z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