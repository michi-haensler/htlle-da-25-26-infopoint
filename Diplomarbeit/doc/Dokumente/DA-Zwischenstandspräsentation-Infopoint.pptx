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56" r:id="rId5"/>
    <p:sldId id="2588" r:id="rId6"/>
    <p:sldId id="2585" r:id="rId7"/>
    <p:sldId id="2589" r:id="rId8"/>
    <p:sldId id="2590" r:id="rId9"/>
    <p:sldId id="2592" r:id="rId10"/>
    <p:sldId id="2591" r:id="rId11"/>
    <p:sldId id="2584" r:id="rId12"/>
  </p:sldIdLst>
  <p:sldSz cx="12192000" cy="6858000"/>
  <p:notesSz cx="7099300" cy="102346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AE00"/>
    <a:srgbClr val="660033"/>
    <a:srgbClr val="437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00301C-5144-5F44-8124-1BD82D3F9EC6}" v="247" dt="2025-11-10T19:16:00.169"/>
    <p1510:client id="{DD96A327-96E7-F280-7B8A-8BFD06FE1569}" v="109" dt="2025-11-10T19:42:54.7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3840"/>
      </p:guideLst>
    </p:cSldViewPr>
  </p:slide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ensler Michael" userId="dda9f915-4129-4dad-90ba-a37fb0d85cd3" providerId="ADAL" clId="{42C45B63-9AB7-5E40-88D3-6D977AD6031F}"/>
    <pc:docChg chg="undo custSel addSld delSld modSld">
      <pc:chgData name="Haensler Michael" userId="dda9f915-4129-4dad-90ba-a37fb0d85cd3" providerId="ADAL" clId="{42C45B63-9AB7-5E40-88D3-6D977AD6031F}" dt="2025-11-10T19:16:00.169" v="253" actId="2710"/>
      <pc:docMkLst>
        <pc:docMk/>
      </pc:docMkLst>
      <pc:sldChg chg="del">
        <pc:chgData name="Haensler Michael" userId="dda9f915-4129-4dad-90ba-a37fb0d85cd3" providerId="ADAL" clId="{42C45B63-9AB7-5E40-88D3-6D977AD6031F}" dt="2025-11-10T17:31:58.595" v="45" actId="2696"/>
        <pc:sldMkLst>
          <pc:docMk/>
          <pc:sldMk cId="1710119030" sldId="2582"/>
        </pc:sldMkLst>
      </pc:sldChg>
      <pc:sldChg chg="del">
        <pc:chgData name="Haensler Michael" userId="dda9f915-4129-4dad-90ba-a37fb0d85cd3" providerId="ADAL" clId="{42C45B63-9AB7-5E40-88D3-6D977AD6031F}" dt="2025-11-10T17:32:00.327" v="46" actId="2696"/>
        <pc:sldMkLst>
          <pc:docMk/>
          <pc:sldMk cId="3925678693" sldId="2583"/>
        </pc:sldMkLst>
      </pc:sldChg>
      <pc:sldChg chg="modSp mod">
        <pc:chgData name="Haensler Michael" userId="dda9f915-4129-4dad-90ba-a37fb0d85cd3" providerId="ADAL" clId="{42C45B63-9AB7-5E40-88D3-6D977AD6031F}" dt="2025-11-10T19:03:55.699" v="248" actId="108"/>
        <pc:sldMkLst>
          <pc:docMk/>
          <pc:sldMk cId="2929837528" sldId="2584"/>
        </pc:sldMkLst>
        <pc:spChg chg="mod">
          <ac:chgData name="Haensler Michael" userId="dda9f915-4129-4dad-90ba-a37fb0d85cd3" providerId="ADAL" clId="{42C45B63-9AB7-5E40-88D3-6D977AD6031F}" dt="2025-11-10T19:03:55.699" v="248" actId="108"/>
          <ac:spMkLst>
            <pc:docMk/>
            <pc:sldMk cId="2929837528" sldId="2584"/>
            <ac:spMk id="3" creationId="{A228378C-21E0-453B-B255-71BAC911E6C0}"/>
          </ac:spMkLst>
        </pc:spChg>
      </pc:sldChg>
      <pc:sldChg chg="del">
        <pc:chgData name="Haensler Michael" userId="dda9f915-4129-4dad-90ba-a37fb0d85cd3" providerId="ADAL" clId="{42C45B63-9AB7-5E40-88D3-6D977AD6031F}" dt="2025-11-10T17:31:38.778" v="43" actId="2696"/>
        <pc:sldMkLst>
          <pc:docMk/>
          <pc:sldMk cId="1312833812" sldId="2586"/>
        </pc:sldMkLst>
      </pc:sldChg>
      <pc:sldChg chg="del">
        <pc:chgData name="Haensler Michael" userId="dda9f915-4129-4dad-90ba-a37fb0d85cd3" providerId="ADAL" clId="{42C45B63-9AB7-5E40-88D3-6D977AD6031F}" dt="2025-11-10T17:31:40.736" v="44" actId="2696"/>
        <pc:sldMkLst>
          <pc:docMk/>
          <pc:sldMk cId="162207937" sldId="2587"/>
        </pc:sldMkLst>
      </pc:sldChg>
      <pc:sldChg chg="modSp mod">
        <pc:chgData name="Haensler Michael" userId="dda9f915-4129-4dad-90ba-a37fb0d85cd3" providerId="ADAL" clId="{42C45B63-9AB7-5E40-88D3-6D977AD6031F}" dt="2025-11-10T17:30:10.543" v="6" actId="20577"/>
        <pc:sldMkLst>
          <pc:docMk/>
          <pc:sldMk cId="3551106651" sldId="2589"/>
        </pc:sldMkLst>
        <pc:spChg chg="mod">
          <ac:chgData name="Haensler Michael" userId="dda9f915-4129-4dad-90ba-a37fb0d85cd3" providerId="ADAL" clId="{42C45B63-9AB7-5E40-88D3-6D977AD6031F}" dt="2025-11-10T17:30:10.543" v="6" actId="20577"/>
          <ac:spMkLst>
            <pc:docMk/>
            <pc:sldMk cId="3551106651" sldId="2589"/>
            <ac:spMk id="2" creationId="{5CA489DB-0113-6888-377A-908CB2524263}"/>
          </ac:spMkLst>
        </pc:spChg>
      </pc:sldChg>
      <pc:sldChg chg="modSp new mod">
        <pc:chgData name="Haensler Michael" userId="dda9f915-4129-4dad-90ba-a37fb0d85cd3" providerId="ADAL" clId="{42C45B63-9AB7-5E40-88D3-6D977AD6031F}" dt="2025-11-10T19:16:00.169" v="253" actId="2710"/>
        <pc:sldMkLst>
          <pc:docMk/>
          <pc:sldMk cId="2991575151" sldId="2590"/>
        </pc:sldMkLst>
        <pc:spChg chg="mod">
          <ac:chgData name="Haensler Michael" userId="dda9f915-4129-4dad-90ba-a37fb0d85cd3" providerId="ADAL" clId="{42C45B63-9AB7-5E40-88D3-6D977AD6031F}" dt="2025-11-10T17:30:27.816" v="24" actId="20577"/>
          <ac:spMkLst>
            <pc:docMk/>
            <pc:sldMk cId="2991575151" sldId="2590"/>
            <ac:spMk id="2" creationId="{BB3372C5-1394-0BD3-811C-922AD511BFCB}"/>
          </ac:spMkLst>
        </pc:spChg>
        <pc:spChg chg="mod">
          <ac:chgData name="Haensler Michael" userId="dda9f915-4129-4dad-90ba-a37fb0d85cd3" providerId="ADAL" clId="{42C45B63-9AB7-5E40-88D3-6D977AD6031F}" dt="2025-11-10T19:16:00.169" v="253" actId="2710"/>
          <ac:spMkLst>
            <pc:docMk/>
            <pc:sldMk cId="2991575151" sldId="2590"/>
            <ac:spMk id="3" creationId="{5D32C03D-333F-0455-9E0E-2FF70885CAC2}"/>
          </ac:spMkLst>
        </pc:spChg>
        <pc:picChg chg="mod">
          <ac:chgData name="Haensler Michael" userId="dda9f915-4129-4dad-90ba-a37fb0d85cd3" providerId="ADAL" clId="{42C45B63-9AB7-5E40-88D3-6D977AD6031F}" dt="2025-11-10T19:14:47.545" v="252" actId="1076"/>
          <ac:picMkLst>
            <pc:docMk/>
            <pc:sldMk cId="2991575151" sldId="2590"/>
            <ac:picMk id="7" creationId="{50CE2C5C-45A5-022F-D59C-34F5C245C10F}"/>
          </ac:picMkLst>
        </pc:picChg>
      </pc:sldChg>
      <pc:sldChg chg="modSp new mod">
        <pc:chgData name="Haensler Michael" userId="dda9f915-4129-4dad-90ba-a37fb0d85cd3" providerId="ADAL" clId="{42C45B63-9AB7-5E40-88D3-6D977AD6031F}" dt="2025-11-10T17:30:46.703" v="42" actId="20577"/>
        <pc:sldMkLst>
          <pc:docMk/>
          <pc:sldMk cId="3745491769" sldId="2591"/>
        </pc:sldMkLst>
        <pc:spChg chg="mod">
          <ac:chgData name="Haensler Michael" userId="dda9f915-4129-4dad-90ba-a37fb0d85cd3" providerId="ADAL" clId="{42C45B63-9AB7-5E40-88D3-6D977AD6031F}" dt="2025-11-10T17:30:46.703" v="42" actId="20577"/>
          <ac:spMkLst>
            <pc:docMk/>
            <pc:sldMk cId="3745491769" sldId="2591"/>
            <ac:spMk id="2" creationId="{A50C836A-0D4F-A17B-8C79-196A8910FCA9}"/>
          </ac:spMkLst>
        </pc:spChg>
      </pc:sldChg>
    </pc:docChg>
  </pc:docChgLst>
  <pc:docChgLst>
    <pc:chgData name="Moser Simon" userId="S::220131@o365.htl-leoben.at::bc24ed73-4ddb-43cb-83a9-7d7790d4cc33" providerId="AD" clId="Web-{DD96A327-96E7-F280-7B8A-8BFD06FE1569}"/>
    <pc:docChg chg="addSld modSld">
      <pc:chgData name="Moser Simon" userId="S::220131@o365.htl-leoben.at::bc24ed73-4ddb-43cb-83a9-7d7790d4cc33" providerId="AD" clId="Web-{DD96A327-96E7-F280-7B8A-8BFD06FE1569}" dt="2025-11-10T19:42:54.770" v="104" actId="20577"/>
      <pc:docMkLst>
        <pc:docMk/>
      </pc:docMkLst>
      <pc:sldChg chg="addSp delSp modSp">
        <pc:chgData name="Moser Simon" userId="S::220131@o365.htl-leoben.at::bc24ed73-4ddb-43cb-83a9-7d7790d4cc33" providerId="AD" clId="Web-{DD96A327-96E7-F280-7B8A-8BFD06FE1569}" dt="2025-11-10T19:15:40.848" v="66" actId="1076"/>
        <pc:sldMkLst>
          <pc:docMk/>
          <pc:sldMk cId="2991575151" sldId="2590"/>
        </pc:sldMkLst>
        <pc:spChg chg="mod">
          <ac:chgData name="Moser Simon" userId="S::220131@o365.htl-leoben.at::bc24ed73-4ddb-43cb-83a9-7d7790d4cc33" providerId="AD" clId="Web-{DD96A327-96E7-F280-7B8A-8BFD06FE1569}" dt="2025-11-10T18:43:20.729" v="52"/>
          <ac:spMkLst>
            <pc:docMk/>
            <pc:sldMk cId="2991575151" sldId="2590"/>
            <ac:spMk id="3" creationId="{5D32C03D-333F-0455-9E0E-2FF70885CAC2}"/>
          </ac:spMkLst>
        </pc:spChg>
        <pc:picChg chg="add del mod">
          <ac:chgData name="Moser Simon" userId="S::220131@o365.htl-leoben.at::bc24ed73-4ddb-43cb-83a9-7d7790d4cc33" providerId="AD" clId="Web-{DD96A327-96E7-F280-7B8A-8BFD06FE1569}" dt="2025-11-10T19:15:28.551" v="61"/>
          <ac:picMkLst>
            <pc:docMk/>
            <pc:sldMk cId="2991575151" sldId="2590"/>
            <ac:picMk id="6" creationId="{BF5A4C15-3F68-7788-0A5D-167860C122F8}"/>
          </ac:picMkLst>
        </pc:picChg>
        <pc:picChg chg="add mod">
          <ac:chgData name="Moser Simon" userId="S::220131@o365.htl-leoben.at::bc24ed73-4ddb-43cb-83a9-7d7790d4cc33" providerId="AD" clId="Web-{DD96A327-96E7-F280-7B8A-8BFD06FE1569}" dt="2025-11-10T19:15:40.848" v="66" actId="1076"/>
          <ac:picMkLst>
            <pc:docMk/>
            <pc:sldMk cId="2991575151" sldId="2590"/>
            <ac:picMk id="7" creationId="{50CE2C5C-45A5-022F-D59C-34F5C245C10F}"/>
          </ac:picMkLst>
        </pc:picChg>
      </pc:sldChg>
      <pc:sldChg chg="modSp new">
        <pc:chgData name="Moser Simon" userId="S::220131@o365.htl-leoben.at::bc24ed73-4ddb-43cb-83a9-7d7790d4cc33" providerId="AD" clId="Web-{DD96A327-96E7-F280-7B8A-8BFD06FE1569}" dt="2025-11-10T19:42:54.770" v="104" actId="20577"/>
        <pc:sldMkLst>
          <pc:docMk/>
          <pc:sldMk cId="4174139207" sldId="2592"/>
        </pc:sldMkLst>
        <pc:spChg chg="mod">
          <ac:chgData name="Moser Simon" userId="S::220131@o365.htl-leoben.at::bc24ed73-4ddb-43cb-83a9-7d7790d4cc33" providerId="AD" clId="Web-{DD96A327-96E7-F280-7B8A-8BFD06FE1569}" dt="2025-11-10T19:22:11.907" v="80" actId="20577"/>
          <ac:spMkLst>
            <pc:docMk/>
            <pc:sldMk cId="4174139207" sldId="2592"/>
            <ac:spMk id="2" creationId="{D333537A-045A-4652-F0FD-B5FB78426977}"/>
          </ac:spMkLst>
        </pc:spChg>
        <pc:spChg chg="mod">
          <ac:chgData name="Moser Simon" userId="S::220131@o365.htl-leoben.at::bc24ed73-4ddb-43cb-83a9-7d7790d4cc33" providerId="AD" clId="Web-{DD96A327-96E7-F280-7B8A-8BFD06FE1569}" dt="2025-11-10T19:42:54.770" v="104" actId="20577"/>
          <ac:spMkLst>
            <pc:docMk/>
            <pc:sldMk cId="4174139207" sldId="2592"/>
            <ac:spMk id="3" creationId="{A211F63B-7412-33EC-B70A-CF637C39B15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3075647" cy="511486"/>
          </a:xfrm>
          <a:prstGeom prst="rect">
            <a:avLst/>
          </a:prstGeom>
        </p:spPr>
        <p:txBody>
          <a:bodyPr vert="horz" lIns="94519" tIns="47259" rIns="94519" bIns="47259" rtlCol="0"/>
          <a:lstStyle>
            <a:lvl1pPr algn="l">
              <a:defRPr sz="13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4021999" y="1"/>
            <a:ext cx="3075646" cy="511486"/>
          </a:xfrm>
          <a:prstGeom prst="rect">
            <a:avLst/>
          </a:prstGeom>
        </p:spPr>
        <p:txBody>
          <a:bodyPr vert="horz" lIns="94519" tIns="47259" rIns="94519" bIns="47259" rtlCol="0"/>
          <a:lstStyle>
            <a:lvl1pPr algn="r">
              <a:defRPr sz="1300"/>
            </a:lvl1pPr>
          </a:lstStyle>
          <a:p>
            <a:fld id="{4597EA2D-D11E-4F11-940E-96FC3DC86B48}" type="datetimeFigureOut">
              <a:rPr lang="de-DE" smtClean="0"/>
              <a:pPr/>
              <a:t>10.11.2025</a:t>
            </a:fld>
            <a:endParaRPr lang="de-AT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6" y="9721499"/>
            <a:ext cx="3075647" cy="511485"/>
          </a:xfrm>
          <a:prstGeom prst="rect">
            <a:avLst/>
          </a:prstGeom>
        </p:spPr>
        <p:txBody>
          <a:bodyPr vert="horz" lIns="94519" tIns="47259" rIns="94519" bIns="47259" rtlCol="0" anchor="b"/>
          <a:lstStyle>
            <a:lvl1pPr algn="l">
              <a:defRPr sz="1300"/>
            </a:lvl1pPr>
          </a:lstStyle>
          <a:p>
            <a:endParaRPr lang="de-AT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4021999" y="9721499"/>
            <a:ext cx="3075646" cy="511485"/>
          </a:xfrm>
          <a:prstGeom prst="rect">
            <a:avLst/>
          </a:prstGeom>
        </p:spPr>
        <p:txBody>
          <a:bodyPr vert="horz" lIns="94519" tIns="47259" rIns="94519" bIns="47259" rtlCol="0" anchor="b"/>
          <a:lstStyle>
            <a:lvl1pPr algn="r">
              <a:defRPr sz="1300"/>
            </a:lvl1pPr>
          </a:lstStyle>
          <a:p>
            <a:fld id="{ED1FD422-38C1-46E5-AEB3-FCA53D65A208}" type="slidenum">
              <a:rPr lang="de-AT" smtClean="0"/>
              <a:pPr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33588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6364" cy="511731"/>
          </a:xfrm>
          <a:prstGeom prst="rect">
            <a:avLst/>
          </a:prstGeom>
        </p:spPr>
        <p:txBody>
          <a:bodyPr vert="horz" lIns="94519" tIns="47259" rIns="94519" bIns="47259" rtlCol="0"/>
          <a:lstStyle>
            <a:lvl1pPr algn="l">
              <a:defRPr sz="13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1299" y="1"/>
            <a:ext cx="3076364" cy="511731"/>
          </a:xfrm>
          <a:prstGeom prst="rect">
            <a:avLst/>
          </a:prstGeom>
        </p:spPr>
        <p:txBody>
          <a:bodyPr vert="horz" lIns="94519" tIns="47259" rIns="94519" bIns="47259" rtlCol="0"/>
          <a:lstStyle>
            <a:lvl1pPr algn="r">
              <a:defRPr sz="1300"/>
            </a:lvl1pPr>
          </a:lstStyle>
          <a:p>
            <a:fld id="{25FA59D5-1C02-4780-AF81-09ADAD492357}" type="datetimeFigureOut">
              <a:rPr lang="de-AT" smtClean="0"/>
              <a:pPr/>
              <a:t>10.11.2025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6763"/>
            <a:ext cx="6819900" cy="383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519" tIns="47259" rIns="94519" bIns="47259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vert="horz" lIns="94519" tIns="47259" rIns="94519" bIns="47259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6364" cy="511731"/>
          </a:xfrm>
          <a:prstGeom prst="rect">
            <a:avLst/>
          </a:prstGeom>
        </p:spPr>
        <p:txBody>
          <a:bodyPr vert="horz" lIns="94519" tIns="47259" rIns="94519" bIns="47259" rtlCol="0" anchor="b"/>
          <a:lstStyle>
            <a:lvl1pPr algn="l">
              <a:defRPr sz="13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1299" y="9721106"/>
            <a:ext cx="3076364" cy="511731"/>
          </a:xfrm>
          <a:prstGeom prst="rect">
            <a:avLst/>
          </a:prstGeom>
        </p:spPr>
        <p:txBody>
          <a:bodyPr vert="horz" lIns="94519" tIns="47259" rIns="94519" bIns="47259" rtlCol="0" anchor="b"/>
          <a:lstStyle>
            <a:lvl1pPr algn="r">
              <a:defRPr sz="1300"/>
            </a:lvl1pPr>
          </a:lstStyle>
          <a:p>
            <a:fld id="{7AA6D168-C717-485B-B0C8-699ECBDF2CFF}" type="slidenum">
              <a:rPr lang="de-AT" smtClean="0"/>
              <a:pPr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277337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39700" y="766763"/>
            <a:ext cx="6819900" cy="3836987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A6D168-C717-485B-B0C8-699ECBDF2CFF}" type="slidenum">
              <a:rPr lang="de-AT" smtClean="0"/>
              <a:pPr/>
              <a:t>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93239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3DBAB2-6CCA-40C7-8885-2C056A77E284}" type="datetime1">
              <a:rPr lang="de-AT" smtClean="0"/>
              <a:t>10.11.2025</a:t>
            </a:fld>
            <a:endParaRPr lang="de-AT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AT"/>
              <a:t>Diplomarbeit Name, Name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/>
            </a:lvl1pPr>
          </a:lstStyle>
          <a:p>
            <a:fld id="{7DCD6803-3BAA-44F6-A698-23D950C9713B}" type="slidenum">
              <a:rPr lang="de-AT" smtClean="0"/>
              <a:pPr/>
              <a:t>‹#›</a:t>
            </a:fld>
            <a:endParaRPr lang="de-AT"/>
          </a:p>
        </p:txBody>
      </p:sp>
      <p:sp>
        <p:nvSpPr>
          <p:cNvPr id="14" name="Textfeld 13"/>
          <p:cNvSpPr txBox="1"/>
          <p:nvPr userDrawn="1"/>
        </p:nvSpPr>
        <p:spPr>
          <a:xfrm>
            <a:off x="1967541" y="6381328"/>
            <a:ext cx="2688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AT" sz="1100">
                <a:solidFill>
                  <a:schemeClr val="bg1">
                    <a:lumMod val="50000"/>
                  </a:schemeClr>
                </a:solidFill>
                <a:latin typeface="Adobe Gothic Std B" pitchFamily="34" charset="-128"/>
                <a:ea typeface="Adobe Gothic Std B" pitchFamily="34" charset="-128"/>
              </a:rPr>
              <a:t>www.</a:t>
            </a:r>
            <a:r>
              <a:rPr lang="de-AT" sz="1600">
                <a:solidFill>
                  <a:schemeClr val="bg1">
                    <a:lumMod val="50000"/>
                  </a:schemeClr>
                </a:solidFill>
                <a:latin typeface="Adobe Gothic Std B" pitchFamily="34" charset="-128"/>
                <a:ea typeface="Adobe Gothic Std B" pitchFamily="34" charset="-128"/>
              </a:rPr>
              <a:t>htl-</a:t>
            </a:r>
            <a:r>
              <a:rPr lang="de-AT" sz="1600">
                <a:solidFill>
                  <a:schemeClr val="tx2"/>
                </a:solidFill>
                <a:latin typeface="Adobe Gothic Std B" pitchFamily="34" charset="-128"/>
                <a:ea typeface="Adobe Gothic Std B" pitchFamily="34" charset="-128"/>
              </a:rPr>
              <a:t>leoben</a:t>
            </a:r>
            <a:r>
              <a:rPr lang="de-AT" sz="1100">
                <a:solidFill>
                  <a:schemeClr val="bg1">
                    <a:lumMod val="50000"/>
                  </a:schemeClr>
                </a:solidFill>
                <a:latin typeface="Adobe Gothic Std B" pitchFamily="34" charset="-128"/>
                <a:ea typeface="Adobe Gothic Std B" pitchFamily="34" charset="-128"/>
              </a:rPr>
              <a:t>.at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0AF41BCF-DE93-46E8-96C4-64339D1576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6800" y="259200"/>
            <a:ext cx="6224367" cy="12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057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69158" y="188640"/>
            <a:ext cx="10270380" cy="720080"/>
          </a:xfrm>
        </p:spPr>
        <p:txBody>
          <a:bodyPr>
            <a:normAutofit/>
          </a:bodyPr>
          <a:lstStyle>
            <a:lvl1pPr>
              <a:defRPr sz="3000"/>
            </a:lvl1pPr>
          </a:lstStyle>
          <a:p>
            <a:r>
              <a:rPr lang="de-DE"/>
              <a:t>Titelmasterformat durch Klicken bearbeiten</a:t>
            </a:r>
            <a:endParaRPr lang="de-AT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609600" y="1052739"/>
            <a:ext cx="10972800" cy="507342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B591F-AE7F-406B-977E-415D708CD05B}" type="datetime1">
              <a:rPr lang="de-AT" smtClean="0"/>
              <a:t>10.11.2025</a:t>
            </a:fld>
            <a:endParaRPr lang="de-AT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2639617" y="6356353"/>
            <a:ext cx="8160907" cy="365125"/>
          </a:xfrm>
        </p:spPr>
        <p:txBody>
          <a:bodyPr/>
          <a:lstStyle>
            <a:lvl1pPr>
              <a:defRPr sz="1600" b="1"/>
            </a:lvl1pPr>
          </a:lstStyle>
          <a:p>
            <a:r>
              <a:rPr lang="de-AT"/>
              <a:t>Diplomarbeit Name, Name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‹#›</a:t>
            </a:fld>
            <a:endParaRPr lang="de-AT"/>
          </a:p>
        </p:txBody>
      </p:sp>
      <p:cxnSp>
        <p:nvCxnSpPr>
          <p:cNvPr id="9" name="Gerade Verbindung 8"/>
          <p:cNvCxnSpPr/>
          <p:nvPr userDrawn="1"/>
        </p:nvCxnSpPr>
        <p:spPr>
          <a:xfrm>
            <a:off x="623392" y="980728"/>
            <a:ext cx="11616000" cy="0"/>
          </a:xfrm>
          <a:prstGeom prst="line">
            <a:avLst/>
          </a:prstGeom>
          <a:ln w="19050">
            <a:gradFill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5400000" scaled="0"/>
            </a:gradFill>
          </a:ln>
          <a:scene3d>
            <a:camera prst="orthographicFront"/>
            <a:lightRig rig="threePt" dir="t"/>
          </a:scene3d>
          <a:sp3d extrusionH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8"/>
          <p:cNvCxnSpPr/>
          <p:nvPr userDrawn="1"/>
        </p:nvCxnSpPr>
        <p:spPr>
          <a:xfrm>
            <a:off x="623392" y="6237312"/>
            <a:ext cx="11616000" cy="0"/>
          </a:xfrm>
          <a:prstGeom prst="line">
            <a:avLst/>
          </a:prstGeom>
          <a:ln w="19050">
            <a:gradFill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5400000" scaled="0"/>
            </a:gradFill>
          </a:ln>
          <a:scene3d>
            <a:camera prst="orthographicFront"/>
            <a:lightRig rig="threePt" dir="t"/>
          </a:scene3d>
          <a:sp3d extrusionH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Grafik 11">
            <a:extLst>
              <a:ext uri="{FF2B5EF4-FFF2-40B4-BE49-F238E27FC236}">
                <a16:creationId xmlns:a16="http://schemas.microsoft.com/office/drawing/2014/main" id="{614C7656-561A-4230-AE49-F934B21548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69600" y="6357600"/>
            <a:ext cx="1780861" cy="37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896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706083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AT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609600" y="103179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0" y="103179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D4213-31A7-43A9-B381-650B72838F3D}" type="datetime1">
              <a:rPr lang="de-AT" smtClean="0"/>
              <a:t>10.11.2025</a:t>
            </a:fld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‹#›</a:t>
            </a:fld>
            <a:endParaRPr lang="de-AT"/>
          </a:p>
        </p:txBody>
      </p:sp>
      <p:cxnSp>
        <p:nvCxnSpPr>
          <p:cNvPr id="26" name="Gerade Verbindung 8">
            <a:extLst>
              <a:ext uri="{FF2B5EF4-FFF2-40B4-BE49-F238E27FC236}">
                <a16:creationId xmlns:a16="http://schemas.microsoft.com/office/drawing/2014/main" id="{B231FD8D-BD46-413B-B98F-46B87457439F}"/>
              </a:ext>
            </a:extLst>
          </p:cNvPr>
          <p:cNvCxnSpPr/>
          <p:nvPr userDrawn="1"/>
        </p:nvCxnSpPr>
        <p:spPr>
          <a:xfrm>
            <a:off x="623392" y="980728"/>
            <a:ext cx="11616000" cy="0"/>
          </a:xfrm>
          <a:prstGeom prst="line">
            <a:avLst/>
          </a:prstGeom>
          <a:ln w="19050">
            <a:gradFill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5400000" scaled="0"/>
            </a:gradFill>
          </a:ln>
          <a:scene3d>
            <a:camera prst="orthographicFront"/>
            <a:lightRig rig="threePt" dir="t"/>
          </a:scene3d>
          <a:sp3d extrusionH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8">
            <a:extLst>
              <a:ext uri="{FF2B5EF4-FFF2-40B4-BE49-F238E27FC236}">
                <a16:creationId xmlns:a16="http://schemas.microsoft.com/office/drawing/2014/main" id="{FF9F6E03-68AB-4FB8-BF89-42F3F9730FF5}"/>
              </a:ext>
            </a:extLst>
          </p:cNvPr>
          <p:cNvCxnSpPr/>
          <p:nvPr userDrawn="1"/>
        </p:nvCxnSpPr>
        <p:spPr>
          <a:xfrm>
            <a:off x="623392" y="6237312"/>
            <a:ext cx="11616000" cy="0"/>
          </a:xfrm>
          <a:prstGeom prst="line">
            <a:avLst/>
          </a:prstGeom>
          <a:ln w="19050">
            <a:gradFill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5400000" scaled="0"/>
            </a:gradFill>
          </a:ln>
          <a:scene3d>
            <a:camera prst="orthographicFront"/>
            <a:lightRig rig="threePt" dir="t"/>
          </a:scene3d>
          <a:sp3d extrusionH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Fußzeilenplatzhalter 4">
            <a:extLst>
              <a:ext uri="{FF2B5EF4-FFF2-40B4-BE49-F238E27FC236}">
                <a16:creationId xmlns:a16="http://schemas.microsoft.com/office/drawing/2014/main" id="{61780AA7-F848-43F9-AE0D-14BBE9A66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39617" y="6356353"/>
            <a:ext cx="8160907" cy="365125"/>
          </a:xfrm>
        </p:spPr>
        <p:txBody>
          <a:bodyPr/>
          <a:lstStyle>
            <a:lvl1pPr>
              <a:defRPr sz="1600" b="1"/>
            </a:lvl1pPr>
          </a:lstStyle>
          <a:p>
            <a:r>
              <a:rPr lang="de-AT"/>
              <a:t>Diplomarbeit Name, Name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F16B0F48-B7CD-4678-8B22-ED12B938C2A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69600" y="6357600"/>
            <a:ext cx="1780861" cy="37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516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63976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  <a:endParaRPr lang="de-AT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09600" y="941989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09600" y="1705316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9" y="941989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9" y="1705316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23C63-4118-48BA-956A-11DEEC1AA07D}" type="datetime1">
              <a:rPr lang="de-AT" smtClean="0"/>
              <a:t>10.11.2025</a:t>
            </a:fld>
            <a:endParaRPr lang="de-AT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‹#›</a:t>
            </a:fld>
            <a:endParaRPr lang="de-AT"/>
          </a:p>
        </p:txBody>
      </p:sp>
      <p:cxnSp>
        <p:nvCxnSpPr>
          <p:cNvPr id="12" name="Gerade Verbindung 8">
            <a:extLst>
              <a:ext uri="{FF2B5EF4-FFF2-40B4-BE49-F238E27FC236}">
                <a16:creationId xmlns:a16="http://schemas.microsoft.com/office/drawing/2014/main" id="{D2F1EB9E-8380-425B-B884-1A5E1DD9E9F2}"/>
              </a:ext>
            </a:extLst>
          </p:cNvPr>
          <p:cNvCxnSpPr/>
          <p:nvPr userDrawn="1"/>
        </p:nvCxnSpPr>
        <p:spPr>
          <a:xfrm>
            <a:off x="623392" y="980728"/>
            <a:ext cx="11616000" cy="0"/>
          </a:xfrm>
          <a:prstGeom prst="line">
            <a:avLst/>
          </a:prstGeom>
          <a:ln w="19050">
            <a:gradFill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5400000" scaled="0"/>
            </a:gradFill>
          </a:ln>
          <a:scene3d>
            <a:camera prst="orthographicFront"/>
            <a:lightRig rig="threePt" dir="t"/>
          </a:scene3d>
          <a:sp3d extrusionH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8">
            <a:extLst>
              <a:ext uri="{FF2B5EF4-FFF2-40B4-BE49-F238E27FC236}">
                <a16:creationId xmlns:a16="http://schemas.microsoft.com/office/drawing/2014/main" id="{C32164E0-C3F5-4411-BA01-05D65208091F}"/>
              </a:ext>
            </a:extLst>
          </p:cNvPr>
          <p:cNvCxnSpPr/>
          <p:nvPr userDrawn="1"/>
        </p:nvCxnSpPr>
        <p:spPr>
          <a:xfrm>
            <a:off x="623392" y="6237312"/>
            <a:ext cx="11616000" cy="0"/>
          </a:xfrm>
          <a:prstGeom prst="line">
            <a:avLst/>
          </a:prstGeom>
          <a:ln w="19050">
            <a:gradFill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5400000" scaled="0"/>
            </a:gradFill>
          </a:ln>
          <a:scene3d>
            <a:camera prst="orthographicFront"/>
            <a:lightRig rig="threePt" dir="t"/>
          </a:scene3d>
          <a:sp3d extrusionH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ußzeilenplatzhalter 4">
            <a:extLst>
              <a:ext uri="{FF2B5EF4-FFF2-40B4-BE49-F238E27FC236}">
                <a16:creationId xmlns:a16="http://schemas.microsoft.com/office/drawing/2014/main" id="{155BF4B4-4484-4D9C-BFD8-E75462DA4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39617" y="6356353"/>
            <a:ext cx="8160907" cy="365125"/>
          </a:xfrm>
        </p:spPr>
        <p:txBody>
          <a:bodyPr/>
          <a:lstStyle>
            <a:lvl1pPr>
              <a:defRPr sz="1600" b="1"/>
            </a:lvl1pPr>
          </a:lstStyle>
          <a:p>
            <a:r>
              <a:rPr lang="de-AT"/>
              <a:t>Diplomarbeit Name, Name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5378A7E-CD4F-4738-BF47-8D1B09A913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69600" y="6357600"/>
            <a:ext cx="1780861" cy="37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4677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de-AT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09600" y="1600203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B355E-663F-46F6-A58A-7E827B834F26}" type="datetime1">
              <a:rPr lang="de-AT" smtClean="0"/>
              <a:t>10.11.2025</a:t>
            </a:fld>
            <a:endParaRPr lang="de-AT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AT"/>
              <a:t>Diplomarbeit Name, Name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CD6803-3BAA-44F6-A698-23D950C9713B}" type="slidenum">
              <a:rPr lang="de-AT" smtClean="0"/>
              <a:pPr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40844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help.untis.at/hc/de/articles/4403351094034-General-documentation-for-integration-partners" TargetMode="External"/><Relationship Id="rId3" Type="http://schemas.openxmlformats.org/officeDocument/2006/relationships/hyperlink" Target="https://infopoints.com/" TargetMode="External"/><Relationship Id="rId7" Type="http://schemas.openxmlformats.org/officeDocument/2006/relationships/hyperlink" Target="https://vite.dev/guide/features" TargetMode="External"/><Relationship Id="rId2" Type="http://schemas.openxmlformats.org/officeDocument/2006/relationships/hyperlink" Target="https://epub.uni-regensburg.de/10868/1/Knowledge_Management_und_Kommunikationssysteme.pdf#page=137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eact.dev/reference/react" TargetMode="External"/><Relationship Id="rId5" Type="http://schemas.openxmlformats.org/officeDocument/2006/relationships/hyperlink" Target="https://helpx.adobe.com/at/xd/user-guide.html" TargetMode="External"/><Relationship Id="rId4" Type="http://schemas.openxmlformats.org/officeDocument/2006/relationships/hyperlink" Target="https://www.eca.europa.eu/en/sustainable-development-goals" TargetMode="External"/><Relationship Id="rId9" Type="http://schemas.openxmlformats.org/officeDocument/2006/relationships/hyperlink" Target="https://getcockpit.com/documentati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026"/>
          <p:cNvSpPr txBox="1">
            <a:spLocks noChangeArrowheads="1"/>
          </p:cNvSpPr>
          <p:nvPr/>
        </p:nvSpPr>
        <p:spPr>
          <a:xfrm>
            <a:off x="4918165" y="3093472"/>
            <a:ext cx="2355670" cy="620807"/>
          </a:xfrm>
          <a:prstGeom prst="rect">
            <a:avLst/>
          </a:prstGeom>
        </p:spPr>
        <p:txBody>
          <a:bodyPr/>
          <a:lstStyle/>
          <a:p>
            <a:r>
              <a:rPr lang="de-AT" sz="4400" b="1">
                <a:solidFill>
                  <a:srgbClr val="9BBB59"/>
                </a:solidFill>
              </a:rPr>
              <a:t>Infopoint</a:t>
            </a:r>
            <a:r>
              <a:rPr lang="de-AT" sz="3200" b="1">
                <a:solidFill>
                  <a:srgbClr val="9BBB59"/>
                </a:solidFill>
              </a:rPr>
              <a:t> </a:t>
            </a:r>
          </a:p>
          <a:p>
            <a:pPr lvl="0">
              <a:spcBef>
                <a:spcPct val="0"/>
              </a:spcBef>
              <a:defRPr/>
            </a:pPr>
            <a:endParaRPr lang="de-DE" sz="3200">
              <a:solidFill>
                <a:srgbClr val="0070C0"/>
              </a:solidFill>
            </a:endParaRPr>
          </a:p>
        </p:txBody>
      </p:sp>
      <p:sp>
        <p:nvSpPr>
          <p:cNvPr id="7" name="Text Box 1030">
            <a:extLst>
              <a:ext uri="{FF2B5EF4-FFF2-40B4-BE49-F238E27FC236}">
                <a16:creationId xmlns:a16="http://schemas.microsoft.com/office/drawing/2014/main" id="{ED76D2C5-1C5A-49E1-B111-D7EA454A94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59826" y="4049370"/>
            <a:ext cx="1872343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rIns="54000">
            <a:spAutoFit/>
          </a:bodyPr>
          <a:lstStyle/>
          <a:p>
            <a:r>
              <a:rPr lang="nl-NL" sz="2000"/>
              <a:t>Michael Hänsler</a:t>
            </a:r>
          </a:p>
          <a:p>
            <a:r>
              <a:rPr lang="nl-NL" sz="2000"/>
              <a:t>Simon Moser</a:t>
            </a:r>
          </a:p>
          <a:p>
            <a:r>
              <a:rPr lang="nl-NL" sz="2000"/>
              <a:t>Lukas Fellegger</a:t>
            </a:r>
          </a:p>
        </p:txBody>
      </p:sp>
      <p:sp>
        <p:nvSpPr>
          <p:cNvPr id="8" name="Text Box 1030">
            <a:extLst>
              <a:ext uri="{FF2B5EF4-FFF2-40B4-BE49-F238E27FC236}">
                <a16:creationId xmlns:a16="http://schemas.microsoft.com/office/drawing/2014/main" id="{7CF2A42E-995E-450D-9017-7EE5A0A26C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77244" y="6314904"/>
            <a:ext cx="1837509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40" tIns="45720" rIns="54000" bIns="45720" anchor="t">
            <a:spAutoFit/>
          </a:bodyPr>
          <a:lstStyle/>
          <a:p>
            <a:r>
              <a:rPr lang="de-AT"/>
              <a:t>Stand: 12.11.2025</a:t>
            </a:r>
          </a:p>
        </p:txBody>
      </p:sp>
      <p:sp>
        <p:nvSpPr>
          <p:cNvPr id="5" name="Text Box 1030">
            <a:extLst>
              <a:ext uri="{FF2B5EF4-FFF2-40B4-BE49-F238E27FC236}">
                <a16:creationId xmlns:a16="http://schemas.microsoft.com/office/drawing/2014/main" id="{549EEA25-235A-4DB2-B18D-8226E1B72D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89380" y="5400124"/>
            <a:ext cx="3013236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40" tIns="45720" rIns="54000" bIns="45720" anchor="t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de-AT"/>
              <a:t>Betreuer: Markus Zacharias</a:t>
            </a:r>
          </a:p>
          <a:p>
            <a:pPr algn="r"/>
            <a:r>
              <a:rPr lang="de-AT">
                <a:ea typeface="Calibri"/>
                <a:cs typeface="Calibri"/>
              </a:rPr>
              <a:t>Firmenpartner: HTL Leoben</a:t>
            </a:r>
          </a:p>
        </p:txBody>
      </p:sp>
    </p:spTree>
    <p:extLst>
      <p:ext uri="{BB962C8B-B14F-4D97-AF65-F5344CB8AC3E}">
        <p14:creationId xmlns:p14="http://schemas.microsoft.com/office/powerpoint/2010/main" val="3194803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DF7EB5-8560-25D2-0313-D313B85A4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/>
              <a:t>Fortschritt bis 12.11.2025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A0A87A-9D2A-F1F2-1EFB-1CBBB72762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082179"/>
            <a:ext cx="10972800" cy="5075339"/>
          </a:xfrm>
        </p:spPr>
        <p:txBody>
          <a:bodyPr>
            <a:normAutofit fontScale="92500" lnSpcReduction="10000"/>
          </a:bodyPr>
          <a:lstStyle/>
          <a:p>
            <a:r>
              <a:rPr lang="de-AT"/>
              <a:t>Recherche abgeschlossen </a:t>
            </a:r>
          </a:p>
          <a:p>
            <a:pPr lvl="1"/>
            <a:r>
              <a:rPr lang="de-AT"/>
              <a:t>Sammlung von Informationen über Infopoints abgeschlossen</a:t>
            </a:r>
          </a:p>
          <a:p>
            <a:r>
              <a:rPr lang="de-AT"/>
              <a:t>Technologie Auswahl und Design von Mockups abgeschlossen</a:t>
            </a:r>
          </a:p>
          <a:p>
            <a:pPr lvl="1"/>
            <a:r>
              <a:rPr lang="de-AT"/>
              <a:t>Funktionale Mockups in Adobe XD erstellt</a:t>
            </a:r>
          </a:p>
          <a:p>
            <a:pPr lvl="1"/>
            <a:r>
              <a:rPr lang="de-AT"/>
              <a:t>Tech-Stack für Front und Backend definiert</a:t>
            </a:r>
          </a:p>
          <a:p>
            <a:r>
              <a:rPr lang="de-AT"/>
              <a:t>Erstellung Front und Backend Rohversionen abgeschlossen</a:t>
            </a:r>
          </a:p>
          <a:p>
            <a:pPr lvl="1"/>
            <a:r>
              <a:rPr lang="de-AT"/>
              <a:t>grobes Grundgerüst im Frontend umgesetzt </a:t>
            </a:r>
          </a:p>
          <a:p>
            <a:pPr lvl="1"/>
            <a:r>
              <a:rPr lang="de-AT"/>
              <a:t>Backend Grundgerüst mit Grundfunktionalitäten umsetzt</a:t>
            </a:r>
          </a:p>
          <a:p>
            <a:r>
              <a:rPr lang="de-AT"/>
              <a:t>Vereinigung von Front und Backend</a:t>
            </a:r>
          </a:p>
          <a:p>
            <a:pPr lvl="1"/>
            <a:r>
              <a:rPr lang="de-AT"/>
              <a:t>In Progress </a:t>
            </a:r>
          </a:p>
          <a:p>
            <a:r>
              <a:rPr lang="de-AT"/>
              <a:t>Einbindung eines CMS Systems</a:t>
            </a:r>
          </a:p>
          <a:p>
            <a:pPr lvl="1"/>
            <a:r>
              <a:rPr lang="de-AT"/>
              <a:t>In Progress</a:t>
            </a:r>
          </a:p>
          <a:p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EBD6491-309E-11DD-D1BF-E914DF516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Diplomarbeit Name, Name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25688C2-B252-A6A5-198A-D13E8B262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41195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96C6BA-99A1-43F4-92B8-B6D762EF0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PM - Meilensteine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28378C-21E0-453B-B255-71BAC911E6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052739"/>
            <a:ext cx="10972800" cy="5020890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de-AT">
                <a:solidFill>
                  <a:schemeClr val="accent3">
                    <a:lumMod val="75000"/>
                  </a:schemeClr>
                </a:solidFill>
              </a:rPr>
              <a:t>05.09.2025: Antrag Diplomarbeitsportal gestellt</a:t>
            </a:r>
          </a:p>
          <a:p>
            <a:r>
              <a:rPr lang="de-AT">
                <a:solidFill>
                  <a:schemeClr val="accent3">
                    <a:lumMod val="75000"/>
                  </a:schemeClr>
                </a:solidFill>
              </a:rPr>
              <a:t>19.09.2025: Recherche Abgeschlossen</a:t>
            </a:r>
          </a:p>
          <a:p>
            <a:r>
              <a:rPr lang="de-AT">
                <a:solidFill>
                  <a:schemeClr val="accent3">
                    <a:lumMod val="75000"/>
                  </a:schemeClr>
                </a:solidFill>
              </a:rPr>
              <a:t>25.09.2025: Technologie Auswahl und Mockups</a:t>
            </a:r>
          </a:p>
          <a:p>
            <a:r>
              <a:rPr lang="de-AT">
                <a:solidFill>
                  <a:schemeClr val="accent3">
                    <a:lumMod val="75000"/>
                  </a:schemeClr>
                </a:solidFill>
              </a:rPr>
              <a:t>13.10.2025: Fertigstellung Rohversionen Front- und Backend</a:t>
            </a:r>
          </a:p>
          <a:p>
            <a:r>
              <a:rPr lang="de-AT">
                <a:solidFill>
                  <a:schemeClr val="accent6">
                    <a:lumMod val="75000"/>
                  </a:schemeClr>
                </a:solidFill>
              </a:rPr>
              <a:t>20.10.2025: Anbindung eines CMS Systems abgeschlossen</a:t>
            </a:r>
          </a:p>
          <a:p>
            <a:r>
              <a:rPr lang="de-AT">
                <a:solidFill>
                  <a:schemeClr val="accent6">
                    <a:lumMod val="75000"/>
                  </a:schemeClr>
                </a:solidFill>
              </a:rPr>
              <a:t>27.10.2025: Vereinigung von Front- und Backend</a:t>
            </a:r>
          </a:p>
          <a:p>
            <a:r>
              <a:rPr lang="de-AT"/>
              <a:t>12.11.2025: 1. Zwischenpräsentation</a:t>
            </a:r>
          </a:p>
          <a:p>
            <a:r>
              <a:rPr lang="de-AT"/>
              <a:t>17.11.2025: Testphase auf Endgerät abgeschlossen</a:t>
            </a:r>
          </a:p>
          <a:p>
            <a:r>
              <a:rPr lang="de-AT"/>
              <a:t>24.11.2025: Verbesserungen umgesetzt</a:t>
            </a:r>
          </a:p>
          <a:p>
            <a:r>
              <a:rPr lang="de-AT"/>
              <a:t>23.12.2025: Diplomarbeit fertig verschriftlicht</a:t>
            </a:r>
          </a:p>
          <a:p>
            <a:r>
              <a:rPr lang="de-AT"/>
              <a:t>01.01.2026: Projektabschluss</a:t>
            </a:r>
          </a:p>
          <a:p>
            <a:pPr marL="0" indent="0">
              <a:buNone/>
            </a:pPr>
            <a:endParaRPr lang="de-AT"/>
          </a:p>
          <a:p>
            <a:endParaRPr lang="de-AT"/>
          </a:p>
          <a:p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AADA028-308D-430B-A45B-407D875A2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Diplomarbeit – Hänsler – Moser – Fellegger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B38338F-922C-40A7-B140-637B82770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257044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A489DB-0113-6888-377A-908CB2524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/>
              <a:t>Ergebnis Mockups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440F8E9-6161-048A-DE75-EDA8344D53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413325D-5E5E-F646-F333-9A5AD47BB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Diplomarbeit Name, Name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99FA603-07DC-C4DC-5778-7F2D9B53D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551106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3372C5-1394-0BD3-811C-922AD511B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/>
              <a:t>Ergebnis Backend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32C03D-333F-0455-9E0E-2FF70885CA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250000"/>
              </a:lnSpc>
            </a:pPr>
            <a:r>
              <a:rPr lang="de-AT" sz="2000" err="1">
                <a:ea typeface="+mn-lt"/>
                <a:cs typeface="+mn-lt"/>
              </a:rPr>
              <a:t>clients</a:t>
            </a:r>
            <a:r>
              <a:rPr lang="de-AT" sz="2000">
                <a:ea typeface="+mn-lt"/>
                <a:cs typeface="+mn-lt"/>
              </a:rPr>
              <a:t>/ → Zugriff auf externe APIs (CMS, </a:t>
            </a:r>
            <a:r>
              <a:rPr lang="de-AT" sz="2000" err="1">
                <a:ea typeface="+mn-lt"/>
                <a:cs typeface="+mn-lt"/>
              </a:rPr>
              <a:t>Untis</a:t>
            </a:r>
            <a:r>
              <a:rPr lang="de-AT" sz="2000">
                <a:ea typeface="+mn-lt"/>
                <a:cs typeface="+mn-lt"/>
              </a:rPr>
              <a:t>)</a:t>
            </a:r>
          </a:p>
          <a:p>
            <a:pPr>
              <a:lnSpc>
                <a:spcPct val="250000"/>
              </a:lnSpc>
            </a:pPr>
            <a:r>
              <a:rPr lang="de-AT" sz="2000" err="1">
                <a:ea typeface="+mn-lt"/>
                <a:cs typeface="+mn-lt"/>
              </a:rPr>
              <a:t>controller</a:t>
            </a:r>
            <a:r>
              <a:rPr lang="de-AT" sz="2000">
                <a:ea typeface="+mn-lt"/>
                <a:cs typeface="+mn-lt"/>
              </a:rPr>
              <a:t>/ → REST-Endpunkte</a:t>
            </a:r>
          </a:p>
          <a:p>
            <a:pPr>
              <a:lnSpc>
                <a:spcPct val="250000"/>
              </a:lnSpc>
            </a:pPr>
            <a:r>
              <a:rPr lang="de-AT" sz="2000" err="1">
                <a:ea typeface="+mn-lt"/>
                <a:cs typeface="+mn-lt"/>
              </a:rPr>
              <a:t>service</a:t>
            </a:r>
            <a:r>
              <a:rPr lang="de-AT" sz="2000">
                <a:ea typeface="+mn-lt"/>
                <a:cs typeface="+mn-lt"/>
              </a:rPr>
              <a:t>/ → Geschäftslogik</a:t>
            </a:r>
          </a:p>
          <a:p>
            <a:pPr>
              <a:lnSpc>
                <a:spcPct val="250000"/>
              </a:lnSpc>
            </a:pPr>
            <a:r>
              <a:rPr lang="de-AT" sz="2000" err="1">
                <a:ea typeface="+mn-lt"/>
                <a:cs typeface="+mn-lt"/>
              </a:rPr>
              <a:t>dto</a:t>
            </a:r>
            <a:r>
              <a:rPr lang="de-AT" sz="2000">
                <a:ea typeface="+mn-lt"/>
                <a:cs typeface="+mn-lt"/>
              </a:rPr>
              <a:t>/ → API-Modelle</a:t>
            </a:r>
          </a:p>
          <a:p>
            <a:pPr>
              <a:lnSpc>
                <a:spcPct val="250000"/>
              </a:lnSpc>
            </a:pPr>
            <a:r>
              <a:rPr lang="de-AT" sz="2000" err="1">
                <a:ea typeface="+mn-lt"/>
                <a:cs typeface="+mn-lt"/>
              </a:rPr>
              <a:t>util</a:t>
            </a:r>
            <a:r>
              <a:rPr lang="de-AT" sz="2000">
                <a:ea typeface="+mn-lt"/>
                <a:cs typeface="+mn-lt"/>
              </a:rPr>
              <a:t>/ → Hilfsfunktionen</a:t>
            </a:r>
            <a:endParaRPr lang="de-AT" sz="2000">
              <a:ea typeface="Calibri"/>
              <a:cs typeface="Calibri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D66EDCA-6C1F-74B5-60B4-D35DDFCC3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Diplomarbeit Name, Name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0EFB219-AE08-0469-8A31-D472EA25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5</a:t>
            </a:fld>
            <a:endParaRPr lang="de-AT"/>
          </a:p>
        </p:txBody>
      </p:sp>
      <p:pic>
        <p:nvPicPr>
          <p:cNvPr id="7" name="Grafik 6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50CE2C5C-45A5-022F-D59C-34F5C245C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8514" y="1057138"/>
            <a:ext cx="3226543" cy="5068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5751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33537A-045A-4652-F0FD-B5FB78426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>
                <a:ea typeface="Calibri"/>
                <a:cs typeface="Calibri"/>
              </a:rPr>
              <a:t>CMS &amp; </a:t>
            </a:r>
            <a:r>
              <a:rPr lang="de-DE" err="1">
                <a:ea typeface="Calibri"/>
                <a:cs typeface="Calibri"/>
              </a:rPr>
              <a:t>WebUntis</a:t>
            </a:r>
            <a:endParaRPr lang="de-DE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11F63B-7412-33EC-B70A-CF637C39B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DE">
                <a:ea typeface="Calibri"/>
                <a:cs typeface="Calibri"/>
              </a:rPr>
              <a:t>Cockpit</a:t>
            </a:r>
          </a:p>
          <a:p>
            <a:pPr lvl="1">
              <a:buFont typeface="Arial" pitchFamily="34" charset="0"/>
              <a:buChar char="•"/>
            </a:pPr>
            <a:endParaRPr lang="de-DE">
              <a:ea typeface="Calibri"/>
              <a:cs typeface="Calibri"/>
            </a:endParaRPr>
          </a:p>
          <a:p>
            <a:endParaRPr lang="de-DE">
              <a:ea typeface="Calibri"/>
              <a:cs typeface="Calibri"/>
            </a:endParaRPr>
          </a:p>
          <a:p>
            <a:endParaRPr lang="de-DE">
              <a:ea typeface="Calibri"/>
              <a:cs typeface="Calibri"/>
            </a:endParaRPr>
          </a:p>
          <a:p>
            <a:endParaRPr lang="de-DE">
              <a:ea typeface="Calibri"/>
              <a:cs typeface="Calibri"/>
            </a:endParaRPr>
          </a:p>
          <a:p>
            <a:r>
              <a:rPr lang="de-DE">
                <a:ea typeface="Calibri"/>
                <a:cs typeface="Calibri"/>
              </a:rPr>
              <a:t>WebUntis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2629EFE-0EB6-3A55-8047-06B6A0691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Diplomarbeit Name, Name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B746E94-5DF7-B3EA-9627-8E0CEB8BC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6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174139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0C836A-0D4F-A17B-8C79-196A8910F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/>
              <a:t>Ergebnis Frontend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B5BDA2-5141-9CB6-B96A-30124FEB7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E8D24FE-3754-D96C-EE1E-36B4E570F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Diplomarbeit Name, Name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EEE2369-5225-D3F1-38B1-099C26419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454917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96C6BA-99A1-43F4-92B8-B6D762EF0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Literatur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28378C-21E0-453B-B255-71BAC911E6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166069"/>
            <a:ext cx="10972800" cy="4748169"/>
          </a:xfrm>
        </p:spPr>
        <p:txBody>
          <a:bodyPr vert="horz" lIns="91440" tIns="45720" rIns="91440" bIns="45720" rtlCol="0" anchor="t">
            <a:normAutofit fontScale="62500" lnSpcReduction="20000"/>
          </a:bodyPr>
          <a:lstStyle/>
          <a:p>
            <a:pPr>
              <a:lnSpc>
                <a:spcPct val="120000"/>
              </a:lnSpc>
            </a:pPr>
            <a:r>
              <a:rPr lang="de-DE"/>
              <a:t>Bis dato durchgesehen:</a:t>
            </a:r>
            <a:endParaRPr lang="de-AT"/>
          </a:p>
          <a:p>
            <a:pPr lvl="1">
              <a:lnSpc>
                <a:spcPct val="120000"/>
              </a:lnSpc>
            </a:pPr>
            <a:r>
              <a:rPr lang="de-DE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https://epub.uni-regensburg.de/10868/1/Knowledge_Management_und_Kommunikationssysteme.pdf#page=137</a:t>
            </a:r>
            <a:r>
              <a:rPr lang="de-DE"/>
              <a:t> </a:t>
            </a:r>
            <a:br>
              <a:rPr lang="de-DE"/>
            </a:br>
            <a:r>
              <a:rPr lang="de-DE"/>
              <a:t>(Aufgerufen: 18.06.25)</a:t>
            </a:r>
          </a:p>
          <a:p>
            <a:pPr lvl="1">
              <a:lnSpc>
                <a:spcPct val="120000"/>
              </a:lnSpc>
            </a:pPr>
            <a:r>
              <a:rPr lang="de-DE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https://infopoints.com</a:t>
            </a:r>
            <a:r>
              <a:rPr lang="de-DE"/>
              <a:t> </a:t>
            </a:r>
            <a:br>
              <a:rPr lang="de-DE"/>
            </a:br>
            <a:r>
              <a:rPr lang="de-DE"/>
              <a:t>(Aufgerufen: 22.06.25)</a:t>
            </a:r>
          </a:p>
          <a:p>
            <a:pPr lvl="1">
              <a:lnSpc>
                <a:spcPct val="120000"/>
              </a:lnSpc>
            </a:pPr>
            <a:r>
              <a:rPr lang="de-DE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https://www.eca.europa.eu/en/sustainable-development-goals</a:t>
            </a:r>
            <a:r>
              <a:rPr lang="de-DE"/>
              <a:t> </a:t>
            </a:r>
            <a:br>
              <a:rPr lang="de-DE"/>
            </a:br>
            <a:r>
              <a:rPr lang="de-DE"/>
              <a:t>(Aufgerufen: 22.06.25)</a:t>
            </a:r>
          </a:p>
          <a:p>
            <a:pPr lvl="1">
              <a:lnSpc>
                <a:spcPct val="120000"/>
              </a:lnSpc>
            </a:pPr>
            <a:r>
              <a:rPr lang="de-DE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https://helpx.adobe.com/at/xd/user-guide.html</a:t>
            </a:r>
            <a:br>
              <a:rPr lang="de-DE"/>
            </a:br>
            <a:r>
              <a:rPr lang="de-DE"/>
              <a:t>(Aufgerufen: 20.09.25)</a:t>
            </a:r>
          </a:p>
          <a:p>
            <a:pPr lvl="1">
              <a:lnSpc>
                <a:spcPct val="120000"/>
              </a:lnSpc>
            </a:pPr>
            <a:r>
              <a:rPr lang="de-DE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https://react.dev/reference/react</a:t>
            </a:r>
            <a:br>
              <a:rPr lang="de-DE"/>
            </a:br>
            <a:r>
              <a:rPr lang="de-DE"/>
              <a:t>(Aufgerufen: 08.10.25)</a:t>
            </a:r>
          </a:p>
          <a:p>
            <a:pPr lvl="1">
              <a:lnSpc>
                <a:spcPct val="120000"/>
              </a:lnSpc>
            </a:pPr>
            <a:r>
              <a:rPr lang="de-DE"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https://vite.dev/guide/features</a:t>
            </a:r>
            <a:br>
              <a:rPr lang="de-DE"/>
            </a:br>
            <a:r>
              <a:rPr lang="de-DE"/>
              <a:t>(Aufgerufen: 08.10.25)</a:t>
            </a:r>
          </a:p>
          <a:p>
            <a:pPr lvl="1">
              <a:lnSpc>
                <a:spcPct val="120000"/>
              </a:lnSpc>
            </a:pPr>
            <a:r>
              <a:rPr lang="de-DE"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https://help.untis.at/hc/de/articles/4403351094034-General-documentation-for-integration-partners</a:t>
            </a:r>
            <a:br>
              <a:rPr lang="de-DE"/>
            </a:br>
            <a:r>
              <a:rPr lang="de-DE"/>
              <a:t>(Aufgerufen: 09.10.25)</a:t>
            </a:r>
          </a:p>
          <a:p>
            <a:pPr lvl="1">
              <a:lnSpc>
                <a:spcPct val="120000"/>
              </a:lnSpc>
            </a:pPr>
            <a:r>
              <a:rPr lang="de-DE"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https://getcockpit.com/documentation</a:t>
            </a:r>
            <a:br>
              <a:rPr lang="de-DE"/>
            </a:br>
            <a:r>
              <a:rPr lang="de-DE"/>
              <a:t>(Aufgerufen: 11.10.25)</a:t>
            </a:r>
          </a:p>
          <a:p>
            <a:pPr lvl="1">
              <a:lnSpc>
                <a:spcPct val="120000"/>
              </a:lnSpc>
            </a:pPr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AADA028-308D-430B-A45B-407D875A2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Diplomarbeit – Hänsler – Moser – Fellegger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B38338F-922C-40A7-B140-637B82770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8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929837528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5F8F8BE0F772449AA3E28E2051A517F" ma:contentTypeVersion="0" ma:contentTypeDescription="Ein neues Dokument erstellen." ma:contentTypeScope="" ma:versionID="0d260f8c1711e932026baa77adf35126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10627edd4f09c1f414843cf0643fb7ba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1B09AE3-FA1D-40C8-A6CE-A2D9F55131C8}">
  <ds:schemaRefs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52C214F1-4297-4767-8275-0DA039616A9F}">
  <ds:schemaRefs>
    <ds:schemaRef ds:uri="http://purl.org/dc/elements/1.1/"/>
    <ds:schemaRef ds:uri="http://purl.org/dc/terms/"/>
    <ds:schemaRef ds:uri="http://schemas.microsoft.com/internal/obd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62B322D-2084-418A-8960-B074ADC5B6D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8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Larissa</vt:lpstr>
      <vt:lpstr>PowerPoint Presentation</vt:lpstr>
      <vt:lpstr>Fortschritt bis 12.11.2025</vt:lpstr>
      <vt:lpstr>PM - Meilensteine</vt:lpstr>
      <vt:lpstr>Ergebnis Mockups</vt:lpstr>
      <vt:lpstr>Ergebnis Backend </vt:lpstr>
      <vt:lpstr>CMS &amp; WebUntis</vt:lpstr>
      <vt:lpstr>Ergebnis Frontend</vt:lpstr>
      <vt:lpstr>Literatur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alexandra</dc:creator>
  <cp:revision>1</cp:revision>
  <cp:lastPrinted>2020-04-02T17:36:48Z</cp:lastPrinted>
  <dcterms:created xsi:type="dcterms:W3CDTF">2012-09-14T17:11:23Z</dcterms:created>
  <dcterms:modified xsi:type="dcterms:W3CDTF">2025-11-10T19:43:40Z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0x010100B5F8F8BE0F772449AA3E28E2051A517F</vt:lpwstr>
  </property>
</Properties>
</file>